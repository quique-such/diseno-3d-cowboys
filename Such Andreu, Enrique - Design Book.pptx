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8" r:id="rId11"/>
    <p:sldId id="270" r:id="rId12"/>
    <p:sldId id="267" r:id="rId13"/>
    <p:sldId id="269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192790-8699-4926-8600-B8F1B6A82CE7}" v="6" dt="2024-06-05T22:38:33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rique Such Andreu" userId="e6520695-b170-4e64-ac48-377fb551e0cf" providerId="ADAL" clId="{B6939B0D-DE77-44BC-8AE4-3F5B6D8AC6F1}"/>
    <pc:docChg chg="undo custSel addSld delSld modSld">
      <pc:chgData name="Enrique Such Andreu" userId="e6520695-b170-4e64-ac48-377fb551e0cf" providerId="ADAL" clId="{B6939B0D-DE77-44BC-8AE4-3F5B6D8AC6F1}" dt="2024-04-22T22:50:47.684" v="301" actId="2696"/>
      <pc:docMkLst>
        <pc:docMk/>
      </pc:docMkLst>
      <pc:sldChg chg="addSp delSp modSp new mod setBg">
        <pc:chgData name="Enrique Such Andreu" userId="e6520695-b170-4e64-ac48-377fb551e0cf" providerId="ADAL" clId="{B6939B0D-DE77-44BC-8AE4-3F5B6D8AC6F1}" dt="2024-04-22T22:43:30.732" v="216" actId="1076"/>
        <pc:sldMkLst>
          <pc:docMk/>
          <pc:sldMk cId="391271634" sldId="262"/>
        </pc:sldMkLst>
        <pc:spChg chg="mod">
          <ac:chgData name="Enrique Such Andreu" userId="e6520695-b170-4e64-ac48-377fb551e0cf" providerId="ADAL" clId="{B6939B0D-DE77-44BC-8AE4-3F5B6D8AC6F1}" dt="2024-04-22T22:37:25.440" v="86" actId="26606"/>
          <ac:spMkLst>
            <pc:docMk/>
            <pc:sldMk cId="391271634" sldId="262"/>
            <ac:spMk id="2" creationId="{339E51C8-C53F-1DE7-286B-07980AB00016}"/>
          </ac:spMkLst>
        </pc:spChg>
        <pc:spChg chg="del">
          <ac:chgData name="Enrique Such Andreu" userId="e6520695-b170-4e64-ac48-377fb551e0cf" providerId="ADAL" clId="{B6939B0D-DE77-44BC-8AE4-3F5B6D8AC6F1}" dt="2024-04-22T22:35:56.505" v="39" actId="21"/>
          <ac:spMkLst>
            <pc:docMk/>
            <pc:sldMk cId="391271634" sldId="262"/>
            <ac:spMk id="3" creationId="{022208D1-0FE1-8CDE-EAC4-1F7DD4916BAD}"/>
          </ac:spMkLst>
        </pc:spChg>
        <pc:spChg chg="del">
          <ac:chgData name="Enrique Such Andreu" userId="e6520695-b170-4e64-ac48-377fb551e0cf" providerId="ADAL" clId="{B6939B0D-DE77-44BC-8AE4-3F5B6D8AC6F1}" dt="2024-04-22T22:35:47.536" v="28" actId="931"/>
          <ac:spMkLst>
            <pc:docMk/>
            <pc:sldMk cId="391271634" sldId="262"/>
            <ac:spMk id="4" creationId="{633A4D42-139B-3E8A-062D-58D75CFA3FB8}"/>
          </ac:spMkLst>
        </pc:spChg>
        <pc:spChg chg="del">
          <ac:chgData name="Enrique Such Andreu" userId="e6520695-b170-4e64-ac48-377fb551e0cf" providerId="ADAL" clId="{B6939B0D-DE77-44BC-8AE4-3F5B6D8AC6F1}" dt="2024-04-22T22:36:01.711" v="40" actId="21"/>
          <ac:spMkLst>
            <pc:docMk/>
            <pc:sldMk cId="391271634" sldId="262"/>
            <ac:spMk id="5" creationId="{5771EDD9-214A-A8EA-98F0-91491DD451EF}"/>
          </ac:spMkLst>
        </pc:spChg>
        <pc:spChg chg="del">
          <ac:chgData name="Enrique Such Andreu" userId="e6520695-b170-4e64-ac48-377fb551e0cf" providerId="ADAL" clId="{B6939B0D-DE77-44BC-8AE4-3F5B6D8AC6F1}" dt="2024-04-22T22:35:47.536" v="28" actId="931"/>
          <ac:spMkLst>
            <pc:docMk/>
            <pc:sldMk cId="391271634" sldId="262"/>
            <ac:spMk id="6" creationId="{DAC645B8-9E37-5812-138A-B1BAAD73CCD4}"/>
          </ac:spMkLst>
        </pc:spChg>
        <pc:spChg chg="add del">
          <ac:chgData name="Enrique Such Andreu" userId="e6520695-b170-4e64-ac48-377fb551e0cf" providerId="ADAL" clId="{B6939B0D-DE77-44BC-8AE4-3F5B6D8AC6F1}" dt="2024-04-22T22:37:25.440" v="86" actId="26606"/>
          <ac:spMkLst>
            <pc:docMk/>
            <pc:sldMk cId="391271634" sldId="262"/>
            <ac:spMk id="21" creationId="{0BABF38A-8A0D-492E-BD20-6CF4D46B50BD}"/>
          </ac:spMkLst>
        </pc:spChg>
        <pc:spChg chg="add del">
          <ac:chgData name="Enrique Such Andreu" userId="e6520695-b170-4e64-ac48-377fb551e0cf" providerId="ADAL" clId="{B6939B0D-DE77-44BC-8AE4-3F5B6D8AC6F1}" dt="2024-04-22T22:37:25.440" v="86" actId="26606"/>
          <ac:spMkLst>
            <pc:docMk/>
            <pc:sldMk cId="391271634" sldId="262"/>
            <ac:spMk id="25" creationId="{43A9B7B3-F171-4C25-99FC-C54250F0649B}"/>
          </ac:spMkLst>
        </pc:spChg>
        <pc:spChg chg="add del">
          <ac:chgData name="Enrique Such Andreu" userId="e6520695-b170-4e64-ac48-377fb551e0cf" providerId="ADAL" clId="{B6939B0D-DE77-44BC-8AE4-3F5B6D8AC6F1}" dt="2024-04-22T22:37:25.440" v="86" actId="26606"/>
          <ac:spMkLst>
            <pc:docMk/>
            <pc:sldMk cId="391271634" sldId="262"/>
            <ac:spMk id="27" creationId="{D2D5C7C5-9C27-4A61-9F57-1857D45320FD}"/>
          </ac:spMkLst>
        </pc:spChg>
        <pc:spChg chg="add del">
          <ac:chgData name="Enrique Such Andreu" userId="e6520695-b170-4e64-ac48-377fb551e0cf" providerId="ADAL" clId="{B6939B0D-DE77-44BC-8AE4-3F5B6D8AC6F1}" dt="2024-04-22T22:37:25.440" v="86" actId="26606"/>
          <ac:spMkLst>
            <pc:docMk/>
            <pc:sldMk cId="391271634" sldId="262"/>
            <ac:spMk id="29" creationId="{84B9546E-20BE-462C-8BE8-4EBDB46F8651}"/>
          </ac:spMkLst>
        </pc:spChg>
        <pc:spChg chg="add del">
          <ac:chgData name="Enrique Such Andreu" userId="e6520695-b170-4e64-ac48-377fb551e0cf" providerId="ADAL" clId="{B6939B0D-DE77-44BC-8AE4-3F5B6D8AC6F1}" dt="2024-04-22T22:37:25.440" v="86" actId="26606"/>
          <ac:spMkLst>
            <pc:docMk/>
            <pc:sldMk cId="391271634" sldId="262"/>
            <ac:spMk id="31" creationId="{DFE5D2E8-C366-48AC-97AE-18C67E4EF969}"/>
          </ac:spMkLst>
        </pc:spChg>
        <pc:picChg chg="add mod modCrop">
          <ac:chgData name="Enrique Such Andreu" userId="e6520695-b170-4e64-ac48-377fb551e0cf" providerId="ADAL" clId="{B6939B0D-DE77-44BC-8AE4-3F5B6D8AC6F1}" dt="2024-04-22T22:43:28.073" v="215" actId="1076"/>
          <ac:picMkLst>
            <pc:docMk/>
            <pc:sldMk cId="391271634" sldId="262"/>
            <ac:picMk id="8" creationId="{AEF500DC-684D-99F5-70CD-E17DC249BB18}"/>
          </ac:picMkLst>
        </pc:picChg>
        <pc:picChg chg="add mod modCrop">
          <ac:chgData name="Enrique Such Andreu" userId="e6520695-b170-4e64-ac48-377fb551e0cf" providerId="ADAL" clId="{B6939B0D-DE77-44BC-8AE4-3F5B6D8AC6F1}" dt="2024-04-22T22:42:51.610" v="205" actId="1076"/>
          <ac:picMkLst>
            <pc:docMk/>
            <pc:sldMk cId="391271634" sldId="262"/>
            <ac:picMk id="10" creationId="{5A7F4EEC-1CBA-FE66-9F3F-187DF813E541}"/>
          </ac:picMkLst>
        </pc:picChg>
        <pc:picChg chg="add mod modCrop">
          <ac:chgData name="Enrique Such Andreu" userId="e6520695-b170-4e64-ac48-377fb551e0cf" providerId="ADAL" clId="{B6939B0D-DE77-44BC-8AE4-3F5B6D8AC6F1}" dt="2024-04-22T22:42:27.504" v="198" actId="14100"/>
          <ac:picMkLst>
            <pc:docMk/>
            <pc:sldMk cId="391271634" sldId="262"/>
            <ac:picMk id="12" creationId="{00ED18DD-A8AB-2DB0-1440-FE6A9745F5FE}"/>
          </ac:picMkLst>
        </pc:picChg>
        <pc:picChg chg="add mod modCrop">
          <ac:chgData name="Enrique Such Andreu" userId="e6520695-b170-4e64-ac48-377fb551e0cf" providerId="ADAL" clId="{B6939B0D-DE77-44BC-8AE4-3F5B6D8AC6F1}" dt="2024-04-22T22:43:30.732" v="216" actId="1076"/>
          <ac:picMkLst>
            <pc:docMk/>
            <pc:sldMk cId="391271634" sldId="262"/>
            <ac:picMk id="14" creationId="{A4D9AF6D-F211-C956-F672-B0205680F57A}"/>
          </ac:picMkLst>
        </pc:picChg>
        <pc:picChg chg="add mod modCrop">
          <ac:chgData name="Enrique Such Andreu" userId="e6520695-b170-4e64-ac48-377fb551e0cf" providerId="ADAL" clId="{B6939B0D-DE77-44BC-8AE4-3F5B6D8AC6F1}" dt="2024-04-22T22:43:09.987" v="209" actId="1076"/>
          <ac:picMkLst>
            <pc:docMk/>
            <pc:sldMk cId="391271634" sldId="262"/>
            <ac:picMk id="16" creationId="{07E4A7C1-CDD2-CDF9-35F6-27FCF22BCB3D}"/>
          </ac:picMkLst>
        </pc:picChg>
        <pc:picChg chg="add del">
          <ac:chgData name="Enrique Such Andreu" userId="e6520695-b170-4e64-ac48-377fb551e0cf" providerId="ADAL" clId="{B6939B0D-DE77-44BC-8AE4-3F5B6D8AC6F1}" dt="2024-04-22T22:37:25.440" v="86" actId="26606"/>
          <ac:picMkLst>
            <pc:docMk/>
            <pc:sldMk cId="391271634" sldId="262"/>
            <ac:picMk id="23" creationId="{1CB7E8AE-A3AC-4BB7-A5C6-F00EC697B265}"/>
          </ac:picMkLst>
        </pc:picChg>
      </pc:sldChg>
      <pc:sldChg chg="addSp delSp modSp new del mod">
        <pc:chgData name="Enrique Such Andreu" userId="e6520695-b170-4e64-ac48-377fb551e0cf" providerId="ADAL" clId="{B6939B0D-DE77-44BC-8AE4-3F5B6D8AC6F1}" dt="2024-04-22T22:50:47.684" v="301" actId="2696"/>
        <pc:sldMkLst>
          <pc:docMk/>
          <pc:sldMk cId="920459834" sldId="263"/>
        </pc:sldMkLst>
        <pc:spChg chg="mod">
          <ac:chgData name="Enrique Such Andreu" userId="e6520695-b170-4e64-ac48-377fb551e0cf" providerId="ADAL" clId="{B6939B0D-DE77-44BC-8AE4-3F5B6D8AC6F1}" dt="2024-04-22T22:40:31.248" v="152" actId="20577"/>
          <ac:spMkLst>
            <pc:docMk/>
            <pc:sldMk cId="920459834" sldId="263"/>
            <ac:spMk id="2" creationId="{0A8551F7-555F-8A4E-56DE-BDA9CDC35FE7}"/>
          </ac:spMkLst>
        </pc:spChg>
        <pc:spChg chg="del">
          <ac:chgData name="Enrique Such Andreu" userId="e6520695-b170-4e64-ac48-377fb551e0cf" providerId="ADAL" clId="{B6939B0D-DE77-44BC-8AE4-3F5B6D8AC6F1}" dt="2024-04-22T22:39:26.939" v="119" actId="21"/>
          <ac:spMkLst>
            <pc:docMk/>
            <pc:sldMk cId="920459834" sldId="263"/>
            <ac:spMk id="3" creationId="{6B4D6CF5-BE5D-342D-019E-F4DB8F7EAFED}"/>
          </ac:spMkLst>
        </pc:spChg>
        <pc:spChg chg="del">
          <ac:chgData name="Enrique Such Andreu" userId="e6520695-b170-4e64-ac48-377fb551e0cf" providerId="ADAL" clId="{B6939B0D-DE77-44BC-8AE4-3F5B6D8AC6F1}" dt="2024-04-22T22:40:41.680" v="153" actId="931"/>
          <ac:spMkLst>
            <pc:docMk/>
            <pc:sldMk cId="920459834" sldId="263"/>
            <ac:spMk id="4" creationId="{DDF76DC7-4802-C724-A6F5-58D470C122E3}"/>
          </ac:spMkLst>
        </pc:spChg>
        <pc:spChg chg="del">
          <ac:chgData name="Enrique Such Andreu" userId="e6520695-b170-4e64-ac48-377fb551e0cf" providerId="ADAL" clId="{B6939B0D-DE77-44BC-8AE4-3F5B6D8AC6F1}" dt="2024-04-22T22:39:29.815" v="120" actId="21"/>
          <ac:spMkLst>
            <pc:docMk/>
            <pc:sldMk cId="920459834" sldId="263"/>
            <ac:spMk id="5" creationId="{7EDC9551-62C8-251C-3BA7-9F40265C2702}"/>
          </ac:spMkLst>
        </pc:spChg>
        <pc:spChg chg="del">
          <ac:chgData name="Enrique Such Andreu" userId="e6520695-b170-4e64-ac48-377fb551e0cf" providerId="ADAL" clId="{B6939B0D-DE77-44BC-8AE4-3F5B6D8AC6F1}" dt="2024-04-22T22:40:41.680" v="153" actId="931"/>
          <ac:spMkLst>
            <pc:docMk/>
            <pc:sldMk cId="920459834" sldId="263"/>
            <ac:spMk id="6" creationId="{A8EC7226-9C82-4358-1C8B-D9949E0F79A9}"/>
          </ac:spMkLst>
        </pc:spChg>
        <pc:picChg chg="add mod modCrop">
          <ac:chgData name="Enrique Such Andreu" userId="e6520695-b170-4e64-ac48-377fb551e0cf" providerId="ADAL" clId="{B6939B0D-DE77-44BC-8AE4-3F5B6D8AC6F1}" dt="2024-04-22T22:44:35.288" v="230" actId="1076"/>
          <ac:picMkLst>
            <pc:docMk/>
            <pc:sldMk cId="920459834" sldId="263"/>
            <ac:picMk id="8" creationId="{8919C63E-AE38-610A-3CE6-55977C67699D}"/>
          </ac:picMkLst>
        </pc:picChg>
        <pc:picChg chg="add mod">
          <ac:chgData name="Enrique Such Andreu" userId="e6520695-b170-4e64-ac48-377fb551e0cf" providerId="ADAL" clId="{B6939B0D-DE77-44BC-8AE4-3F5B6D8AC6F1}" dt="2024-04-22T22:44:39.999" v="233" actId="1076"/>
          <ac:picMkLst>
            <pc:docMk/>
            <pc:sldMk cId="920459834" sldId="263"/>
            <ac:picMk id="10" creationId="{E056B42F-3C3F-5934-EBDC-35D5146F0DB2}"/>
          </ac:picMkLst>
        </pc:picChg>
        <pc:picChg chg="add mod">
          <ac:chgData name="Enrique Such Andreu" userId="e6520695-b170-4e64-ac48-377fb551e0cf" providerId="ADAL" clId="{B6939B0D-DE77-44BC-8AE4-3F5B6D8AC6F1}" dt="2024-04-22T22:44:38.710" v="232" actId="1076"/>
          <ac:picMkLst>
            <pc:docMk/>
            <pc:sldMk cId="920459834" sldId="263"/>
            <ac:picMk id="12" creationId="{E714BABE-F19D-629F-8A41-DAA61AE660D2}"/>
          </ac:picMkLst>
        </pc:picChg>
        <pc:picChg chg="add mod modCrop">
          <ac:chgData name="Enrique Such Andreu" userId="e6520695-b170-4e64-ac48-377fb551e0cf" providerId="ADAL" clId="{B6939B0D-DE77-44BC-8AE4-3F5B6D8AC6F1}" dt="2024-04-22T22:44:36.856" v="231" actId="1076"/>
          <ac:picMkLst>
            <pc:docMk/>
            <pc:sldMk cId="920459834" sldId="263"/>
            <ac:picMk id="14" creationId="{8EC0AE30-349B-6A94-99E4-51DC0BFC5D22}"/>
          </ac:picMkLst>
        </pc:picChg>
        <pc:picChg chg="add mod modCrop">
          <ac:chgData name="Enrique Such Andreu" userId="e6520695-b170-4e64-ac48-377fb551e0cf" providerId="ADAL" clId="{B6939B0D-DE77-44BC-8AE4-3F5B6D8AC6F1}" dt="2024-04-22T22:44:41.257" v="234" actId="1076"/>
          <ac:picMkLst>
            <pc:docMk/>
            <pc:sldMk cId="920459834" sldId="263"/>
            <ac:picMk id="16" creationId="{27C2424E-8FD9-DDBE-BFA7-C002BE9C7F4E}"/>
          </ac:picMkLst>
        </pc:picChg>
      </pc:sldChg>
      <pc:sldChg chg="addSp delSp modSp add mod">
        <pc:chgData name="Enrique Such Andreu" userId="e6520695-b170-4e64-ac48-377fb551e0cf" providerId="ADAL" clId="{B6939B0D-DE77-44BC-8AE4-3F5B6D8AC6F1}" dt="2024-04-22T22:50:24.579" v="300" actId="1076"/>
        <pc:sldMkLst>
          <pc:docMk/>
          <pc:sldMk cId="1325846780" sldId="264"/>
        </pc:sldMkLst>
        <pc:spChg chg="mod">
          <ac:chgData name="Enrique Such Andreu" userId="e6520695-b170-4e64-ac48-377fb551e0cf" providerId="ADAL" clId="{B6939B0D-DE77-44BC-8AE4-3F5B6D8AC6F1}" dt="2024-04-22T22:49:39.058" v="288"/>
          <ac:spMkLst>
            <pc:docMk/>
            <pc:sldMk cId="1325846780" sldId="264"/>
            <ac:spMk id="2" creationId="{339E51C8-C53F-1DE7-286B-07980AB00016}"/>
          </ac:spMkLst>
        </pc:spChg>
        <pc:spChg chg="add del mod">
          <ac:chgData name="Enrique Such Andreu" userId="e6520695-b170-4e64-ac48-377fb551e0cf" providerId="ADAL" clId="{B6939B0D-DE77-44BC-8AE4-3F5B6D8AC6F1}" dt="2024-04-22T22:45:13.351" v="244" actId="478"/>
          <ac:spMkLst>
            <pc:docMk/>
            <pc:sldMk cId="1325846780" sldId="264"/>
            <ac:spMk id="5" creationId="{B123947D-D643-83D2-B567-CAEEE323F145}"/>
          </ac:spMkLst>
        </pc:spChg>
        <pc:spChg chg="add del mod">
          <ac:chgData name="Enrique Such Andreu" userId="e6520695-b170-4e64-ac48-377fb551e0cf" providerId="ADAL" clId="{B6939B0D-DE77-44BC-8AE4-3F5B6D8AC6F1}" dt="2024-04-22T22:45:35.110" v="251" actId="21"/>
          <ac:spMkLst>
            <pc:docMk/>
            <pc:sldMk cId="1325846780" sldId="264"/>
            <ac:spMk id="7" creationId="{473CB0DA-3CD2-0BC4-0E83-A5AB69C749C4}"/>
          </ac:spMkLst>
        </pc:spChg>
        <pc:spChg chg="add del mod">
          <ac:chgData name="Enrique Such Andreu" userId="e6520695-b170-4e64-ac48-377fb551e0cf" providerId="ADAL" clId="{B6939B0D-DE77-44BC-8AE4-3F5B6D8AC6F1}" dt="2024-04-22T22:50:19.774" v="298" actId="478"/>
          <ac:spMkLst>
            <pc:docMk/>
            <pc:sldMk cId="1325846780" sldId="264"/>
            <ac:spMk id="18" creationId="{B9FCE0F6-D20D-7C23-2829-BEF8488CBDFB}"/>
          </ac:spMkLst>
        </pc:spChg>
        <pc:picChg chg="add mod">
          <ac:chgData name="Enrique Such Andreu" userId="e6520695-b170-4e64-ac48-377fb551e0cf" providerId="ADAL" clId="{B6939B0D-DE77-44BC-8AE4-3F5B6D8AC6F1}" dt="2024-04-22T22:45:40.073" v="252" actId="1076"/>
          <ac:picMkLst>
            <pc:docMk/>
            <pc:sldMk cId="1325846780" sldId="264"/>
            <ac:picMk id="3" creationId="{826745EC-F840-4C85-B44F-9E1A67ECBD24}"/>
          </ac:picMkLst>
        </pc:picChg>
        <pc:picChg chg="add del">
          <ac:chgData name="Enrique Such Andreu" userId="e6520695-b170-4e64-ac48-377fb551e0cf" providerId="ADAL" clId="{B6939B0D-DE77-44BC-8AE4-3F5B6D8AC6F1}" dt="2024-04-22T22:45:31.704" v="250" actId="478"/>
          <ac:picMkLst>
            <pc:docMk/>
            <pc:sldMk cId="1325846780" sldId="264"/>
            <ac:picMk id="8" creationId="{AEF500DC-684D-99F5-70CD-E17DC249BB18}"/>
          </ac:picMkLst>
        </pc:picChg>
        <pc:picChg chg="add mod modCrop">
          <ac:chgData name="Enrique Such Andreu" userId="e6520695-b170-4e64-ac48-377fb551e0cf" providerId="ADAL" clId="{B6939B0D-DE77-44BC-8AE4-3F5B6D8AC6F1}" dt="2024-04-22T22:46:27.789" v="262" actId="732"/>
          <ac:picMkLst>
            <pc:docMk/>
            <pc:sldMk cId="1325846780" sldId="264"/>
            <ac:picMk id="9" creationId="{D3DA9D8E-52A7-3364-623C-B41932021AEF}"/>
          </ac:picMkLst>
        </pc:picChg>
        <pc:picChg chg="del">
          <ac:chgData name="Enrique Such Andreu" userId="e6520695-b170-4e64-ac48-377fb551e0cf" providerId="ADAL" clId="{B6939B0D-DE77-44BC-8AE4-3F5B6D8AC6F1}" dt="2024-04-22T22:50:17" v="297" actId="478"/>
          <ac:picMkLst>
            <pc:docMk/>
            <pc:sldMk cId="1325846780" sldId="264"/>
            <ac:picMk id="10" creationId="{5A7F4EEC-1CBA-FE66-9F3F-187DF813E541}"/>
          </ac:picMkLst>
        </pc:picChg>
        <pc:picChg chg="add mod">
          <ac:chgData name="Enrique Such Andreu" userId="e6520695-b170-4e64-ac48-377fb551e0cf" providerId="ADAL" clId="{B6939B0D-DE77-44BC-8AE4-3F5B6D8AC6F1}" dt="2024-04-22T22:47:15.002" v="269" actId="1076"/>
          <ac:picMkLst>
            <pc:docMk/>
            <pc:sldMk cId="1325846780" sldId="264"/>
            <ac:picMk id="11" creationId="{9C14C96A-B2D4-569B-5949-A623476C3F6E}"/>
          </ac:picMkLst>
        </pc:picChg>
        <pc:picChg chg="del">
          <ac:chgData name="Enrique Such Andreu" userId="e6520695-b170-4e64-ac48-377fb551e0cf" providerId="ADAL" clId="{B6939B0D-DE77-44BC-8AE4-3F5B6D8AC6F1}" dt="2024-04-22T22:48:16.647" v="276" actId="478"/>
          <ac:picMkLst>
            <pc:docMk/>
            <pc:sldMk cId="1325846780" sldId="264"/>
            <ac:picMk id="12" creationId="{00ED18DD-A8AB-2DB0-1440-FE6A9745F5FE}"/>
          </ac:picMkLst>
        </pc:picChg>
        <pc:picChg chg="add mod modCrop">
          <ac:chgData name="Enrique Such Andreu" userId="e6520695-b170-4e64-ac48-377fb551e0cf" providerId="ADAL" clId="{B6939B0D-DE77-44BC-8AE4-3F5B6D8AC6F1}" dt="2024-04-22T22:49:20.839" v="287" actId="1076"/>
          <ac:picMkLst>
            <pc:docMk/>
            <pc:sldMk cId="1325846780" sldId="264"/>
            <ac:picMk id="13" creationId="{99F3F41C-6F25-773B-3B75-ABE8136EF387}"/>
          </ac:picMkLst>
        </pc:picChg>
        <pc:picChg chg="del">
          <ac:chgData name="Enrique Such Andreu" userId="e6520695-b170-4e64-ac48-377fb551e0cf" providerId="ADAL" clId="{B6939B0D-DE77-44BC-8AE4-3F5B6D8AC6F1}" dt="2024-04-22T22:46:02.519" v="256" actId="478"/>
          <ac:picMkLst>
            <pc:docMk/>
            <pc:sldMk cId="1325846780" sldId="264"/>
            <ac:picMk id="14" creationId="{A4D9AF6D-F211-C956-F672-B0205680F57A}"/>
          </ac:picMkLst>
        </pc:picChg>
        <pc:picChg chg="add mod modCrop">
          <ac:chgData name="Enrique Such Andreu" userId="e6520695-b170-4e64-ac48-377fb551e0cf" providerId="ADAL" clId="{B6939B0D-DE77-44BC-8AE4-3F5B6D8AC6F1}" dt="2024-04-22T22:50:24.579" v="300" actId="1076"/>
          <ac:picMkLst>
            <pc:docMk/>
            <pc:sldMk cId="1325846780" sldId="264"/>
            <ac:picMk id="15" creationId="{E4BDA0F3-A948-11C0-37FA-B722A3F7760C}"/>
          </ac:picMkLst>
        </pc:picChg>
        <pc:picChg chg="del">
          <ac:chgData name="Enrique Such Andreu" userId="e6520695-b170-4e64-ac48-377fb551e0cf" providerId="ADAL" clId="{B6939B0D-DE77-44BC-8AE4-3F5B6D8AC6F1}" dt="2024-04-22T22:47:02.085" v="266" actId="478"/>
          <ac:picMkLst>
            <pc:docMk/>
            <pc:sldMk cId="1325846780" sldId="264"/>
            <ac:picMk id="16" creationId="{07E4A7C1-CDD2-CDF9-35F6-27FCF22BCB3D}"/>
          </ac:picMkLst>
        </pc:picChg>
      </pc:sldChg>
    </pc:docChg>
  </pc:docChgLst>
  <pc:docChgLst>
    <pc:chgData name="Enrique Such Andreu" userId="e6520695-b170-4e64-ac48-377fb551e0cf" providerId="ADAL" clId="{D36D7F7C-E84F-4775-8F94-5EA00C01BC07}"/>
    <pc:docChg chg="undo redo custSel addSld delSld modSld sldOrd addMainMaster delMainMaster">
      <pc:chgData name="Enrique Such Andreu" userId="e6520695-b170-4e64-ac48-377fb551e0cf" providerId="ADAL" clId="{D36D7F7C-E84F-4775-8F94-5EA00C01BC07}" dt="2024-03-31T00:14:35.868" v="620"/>
      <pc:docMkLst>
        <pc:docMk/>
      </pc:docMkLst>
      <pc:sldChg chg="addSp delSp modSp new mod setBg modClrScheme chgLayout">
        <pc:chgData name="Enrique Such Andreu" userId="e6520695-b170-4e64-ac48-377fb551e0cf" providerId="ADAL" clId="{D36D7F7C-E84F-4775-8F94-5EA00C01BC07}" dt="2024-03-12T00:02:58.652" v="565" actId="255"/>
        <pc:sldMkLst>
          <pc:docMk/>
          <pc:sldMk cId="8374034" sldId="256"/>
        </pc:sldMkLst>
        <pc:spChg chg="mod">
          <ac:chgData name="Enrique Such Andreu" userId="e6520695-b170-4e64-ac48-377fb551e0cf" providerId="ADAL" clId="{D36D7F7C-E84F-4775-8F94-5EA00C01BC07}" dt="2024-03-12T00:02:58.652" v="565" actId="255"/>
          <ac:spMkLst>
            <pc:docMk/>
            <pc:sldMk cId="8374034" sldId="256"/>
            <ac:spMk id="2" creationId="{7544A996-3724-94EE-9733-C090FA5A722F}"/>
          </ac:spMkLst>
        </pc:spChg>
        <pc:spChg chg="mod">
          <ac:chgData name="Enrique Such Andreu" userId="e6520695-b170-4e64-ac48-377fb551e0cf" providerId="ADAL" clId="{D36D7F7C-E84F-4775-8F94-5EA00C01BC07}" dt="2024-02-26T18:31:50.839" v="35" actId="26606"/>
          <ac:spMkLst>
            <pc:docMk/>
            <pc:sldMk cId="8374034" sldId="256"/>
            <ac:spMk id="3" creationId="{39BD7819-5C88-15A8-8090-D3BDC3C78886}"/>
          </ac:spMkLst>
        </pc:spChg>
        <pc:spChg chg="add del">
          <ac:chgData name="Enrique Such Andreu" userId="e6520695-b170-4e64-ac48-377fb551e0cf" providerId="ADAL" clId="{D36D7F7C-E84F-4775-8F94-5EA00C01BC07}" dt="2024-02-26T18:31:48.971" v="32" actId="26606"/>
          <ac:spMkLst>
            <pc:docMk/>
            <pc:sldMk cId="8374034" sldId="256"/>
            <ac:spMk id="9" creationId="{729F2144-48B7-4730-955E-365ECED3ABE0}"/>
          </ac:spMkLst>
        </pc:spChg>
        <pc:spChg chg="add del">
          <ac:chgData name="Enrique Such Andreu" userId="e6520695-b170-4e64-ac48-377fb551e0cf" providerId="ADAL" clId="{D36D7F7C-E84F-4775-8F94-5EA00C01BC07}" dt="2024-02-26T18:31:48.971" v="32" actId="26606"/>
          <ac:spMkLst>
            <pc:docMk/>
            <pc:sldMk cId="8374034" sldId="256"/>
            <ac:spMk id="11" creationId="{E765FF50-D2F9-4A4F-86ED-F101E172BA93}"/>
          </ac:spMkLst>
        </pc:spChg>
        <pc:spChg chg="add del">
          <ac:chgData name="Enrique Such Andreu" userId="e6520695-b170-4e64-ac48-377fb551e0cf" providerId="ADAL" clId="{D36D7F7C-E84F-4775-8F94-5EA00C01BC07}" dt="2024-02-26T18:31:48.971" v="32" actId="26606"/>
          <ac:spMkLst>
            <pc:docMk/>
            <pc:sldMk cId="8374034" sldId="256"/>
            <ac:spMk id="13" creationId="{04D834C7-8223-43DA-AA30-E15A1BC7BB4E}"/>
          </ac:spMkLst>
        </pc:spChg>
        <pc:spChg chg="add del">
          <ac:chgData name="Enrique Such Andreu" userId="e6520695-b170-4e64-ac48-377fb551e0cf" providerId="ADAL" clId="{D36D7F7C-E84F-4775-8F94-5EA00C01BC07}" dt="2024-02-26T18:31:48.971" v="32" actId="26606"/>
          <ac:spMkLst>
            <pc:docMk/>
            <pc:sldMk cId="8374034" sldId="256"/>
            <ac:spMk id="15" creationId="{B62DE6C5-8EB8-4E41-B0FF-93563AA4C56C}"/>
          </ac:spMkLst>
        </pc:spChg>
        <pc:spChg chg="add del">
          <ac:chgData name="Enrique Such Andreu" userId="e6520695-b170-4e64-ac48-377fb551e0cf" providerId="ADAL" clId="{D36D7F7C-E84F-4775-8F94-5EA00C01BC07}" dt="2024-02-26T18:31:50.778" v="34" actId="26606"/>
          <ac:spMkLst>
            <pc:docMk/>
            <pc:sldMk cId="8374034" sldId="256"/>
            <ac:spMk id="17" creationId="{5A02194C-5C32-4FF0-898E-D9B65F71BBCB}"/>
          </ac:spMkLst>
        </pc:spChg>
        <pc:spChg chg="add del">
          <ac:chgData name="Enrique Such Andreu" userId="e6520695-b170-4e64-ac48-377fb551e0cf" providerId="ADAL" clId="{D36D7F7C-E84F-4775-8F94-5EA00C01BC07}" dt="2024-02-26T18:31:50.778" v="34" actId="26606"/>
          <ac:spMkLst>
            <pc:docMk/>
            <pc:sldMk cId="8374034" sldId="256"/>
            <ac:spMk id="18" creationId="{71776ED6-F0C9-44DC-8CB5-8EC765E62889}"/>
          </ac:spMkLst>
        </pc:spChg>
        <pc:spChg chg="add">
          <ac:chgData name="Enrique Such Andreu" userId="e6520695-b170-4e64-ac48-377fb551e0cf" providerId="ADAL" clId="{D36D7F7C-E84F-4775-8F94-5EA00C01BC07}" dt="2024-02-26T18:31:50.839" v="35" actId="26606"/>
          <ac:spMkLst>
            <pc:docMk/>
            <pc:sldMk cId="8374034" sldId="256"/>
            <ac:spMk id="21" creationId="{729F2144-48B7-4730-955E-365ECED3ABE0}"/>
          </ac:spMkLst>
        </pc:spChg>
        <pc:spChg chg="add">
          <ac:chgData name="Enrique Such Andreu" userId="e6520695-b170-4e64-ac48-377fb551e0cf" providerId="ADAL" clId="{D36D7F7C-E84F-4775-8F94-5EA00C01BC07}" dt="2024-02-26T18:31:50.839" v="35" actId="26606"/>
          <ac:spMkLst>
            <pc:docMk/>
            <pc:sldMk cId="8374034" sldId="256"/>
            <ac:spMk id="22" creationId="{E765FF50-D2F9-4A4F-86ED-F101E172BA93}"/>
          </ac:spMkLst>
        </pc:spChg>
        <pc:spChg chg="add">
          <ac:chgData name="Enrique Such Andreu" userId="e6520695-b170-4e64-ac48-377fb551e0cf" providerId="ADAL" clId="{D36D7F7C-E84F-4775-8F94-5EA00C01BC07}" dt="2024-02-26T18:31:50.839" v="35" actId="26606"/>
          <ac:spMkLst>
            <pc:docMk/>
            <pc:sldMk cId="8374034" sldId="256"/>
            <ac:spMk id="24" creationId="{04D834C7-8223-43DA-AA30-E15A1BC7BB4E}"/>
          </ac:spMkLst>
        </pc:spChg>
        <pc:spChg chg="add">
          <ac:chgData name="Enrique Such Andreu" userId="e6520695-b170-4e64-ac48-377fb551e0cf" providerId="ADAL" clId="{D36D7F7C-E84F-4775-8F94-5EA00C01BC07}" dt="2024-02-26T18:31:50.839" v="35" actId="26606"/>
          <ac:spMkLst>
            <pc:docMk/>
            <pc:sldMk cId="8374034" sldId="256"/>
            <ac:spMk id="25" creationId="{B62DE6C5-8EB8-4E41-B0FF-93563AA4C56C}"/>
          </ac:spMkLst>
        </pc:spChg>
        <pc:picChg chg="add del">
          <ac:chgData name="Enrique Such Andreu" userId="e6520695-b170-4e64-ac48-377fb551e0cf" providerId="ADAL" clId="{D36D7F7C-E84F-4775-8F94-5EA00C01BC07}" dt="2024-02-26T18:31:48.971" v="32" actId="26606"/>
          <ac:picMkLst>
            <pc:docMk/>
            <pc:sldMk cId="8374034" sldId="256"/>
            <ac:picMk id="4" creationId="{422E25C4-1D2A-702B-A179-6EA03F72EBE1}"/>
          </ac:picMkLst>
        </pc:picChg>
        <pc:picChg chg="add del">
          <ac:chgData name="Enrique Such Andreu" userId="e6520695-b170-4e64-ac48-377fb551e0cf" providerId="ADAL" clId="{D36D7F7C-E84F-4775-8F94-5EA00C01BC07}" dt="2024-02-26T18:31:50.778" v="34" actId="26606"/>
          <ac:picMkLst>
            <pc:docMk/>
            <pc:sldMk cId="8374034" sldId="256"/>
            <ac:picMk id="19" creationId="{AD4D39DA-A3DB-ADA0-A07C-FFEB79DEE83A}"/>
          </ac:picMkLst>
        </pc:picChg>
        <pc:picChg chg="add">
          <ac:chgData name="Enrique Such Andreu" userId="e6520695-b170-4e64-ac48-377fb551e0cf" providerId="ADAL" clId="{D36D7F7C-E84F-4775-8F94-5EA00C01BC07}" dt="2024-02-26T18:31:50.839" v="35" actId="26606"/>
          <ac:picMkLst>
            <pc:docMk/>
            <pc:sldMk cId="8374034" sldId="256"/>
            <ac:picMk id="23" creationId="{422E25C4-1D2A-702B-A179-6EA03F72EBE1}"/>
          </ac:picMkLst>
        </pc:picChg>
      </pc:sldChg>
      <pc:sldChg chg="addSp modSp new del mod setBg">
        <pc:chgData name="Enrique Such Andreu" userId="e6520695-b170-4e64-ac48-377fb551e0cf" providerId="ADAL" clId="{D36D7F7C-E84F-4775-8F94-5EA00C01BC07}" dt="2024-02-26T18:33:44.724" v="38" actId="2696"/>
        <pc:sldMkLst>
          <pc:docMk/>
          <pc:sldMk cId="95912160" sldId="257"/>
        </pc:sldMkLst>
        <pc:spChg chg="mod">
          <ac:chgData name="Enrique Such Andreu" userId="e6520695-b170-4e64-ac48-377fb551e0cf" providerId="ADAL" clId="{D36D7F7C-E84F-4775-8F94-5EA00C01BC07}" dt="2024-02-26T18:32:17.031" v="37" actId="26606"/>
          <ac:spMkLst>
            <pc:docMk/>
            <pc:sldMk cId="95912160" sldId="257"/>
            <ac:spMk id="2" creationId="{A69852B2-3894-FD20-2401-BF0925CB50FF}"/>
          </ac:spMkLst>
        </pc:spChg>
        <pc:spChg chg="mod">
          <ac:chgData name="Enrique Such Andreu" userId="e6520695-b170-4e64-ac48-377fb551e0cf" providerId="ADAL" clId="{D36D7F7C-E84F-4775-8F94-5EA00C01BC07}" dt="2024-02-26T18:32:17.031" v="37" actId="26606"/>
          <ac:spMkLst>
            <pc:docMk/>
            <pc:sldMk cId="95912160" sldId="257"/>
            <ac:spMk id="3" creationId="{5E4B2BA3-F976-5F7E-AAE8-59BD9EDFABA9}"/>
          </ac:spMkLst>
        </pc:spChg>
        <pc:spChg chg="add">
          <ac:chgData name="Enrique Such Andreu" userId="e6520695-b170-4e64-ac48-377fb551e0cf" providerId="ADAL" clId="{D36D7F7C-E84F-4775-8F94-5EA00C01BC07}" dt="2024-02-26T18:32:17.031" v="37" actId="26606"/>
          <ac:spMkLst>
            <pc:docMk/>
            <pc:sldMk cId="95912160" sldId="257"/>
            <ac:spMk id="8" creationId="{2D924463-4DB7-437D-85B1-7EE5042DE522}"/>
          </ac:spMkLst>
        </pc:spChg>
        <pc:spChg chg="add">
          <ac:chgData name="Enrique Such Andreu" userId="e6520695-b170-4e64-ac48-377fb551e0cf" providerId="ADAL" clId="{D36D7F7C-E84F-4775-8F94-5EA00C01BC07}" dt="2024-02-26T18:32:17.031" v="37" actId="26606"/>
          <ac:spMkLst>
            <pc:docMk/>
            <pc:sldMk cId="95912160" sldId="257"/>
            <ac:spMk id="10" creationId="{9F108545-2EA9-4B3E-915B-295949608005}"/>
          </ac:spMkLst>
        </pc:spChg>
        <pc:spChg chg="add">
          <ac:chgData name="Enrique Such Andreu" userId="e6520695-b170-4e64-ac48-377fb551e0cf" providerId="ADAL" clId="{D36D7F7C-E84F-4775-8F94-5EA00C01BC07}" dt="2024-02-26T18:32:17.031" v="37" actId="26606"/>
          <ac:spMkLst>
            <pc:docMk/>
            <pc:sldMk cId="95912160" sldId="257"/>
            <ac:spMk id="12" creationId="{A232D1C9-8AD3-453F-948D-966B7A11B77A}"/>
          </ac:spMkLst>
        </pc:spChg>
        <pc:spChg chg="add">
          <ac:chgData name="Enrique Such Andreu" userId="e6520695-b170-4e64-ac48-377fb551e0cf" providerId="ADAL" clId="{D36D7F7C-E84F-4775-8F94-5EA00C01BC07}" dt="2024-02-26T18:32:17.031" v="37" actId="26606"/>
          <ac:spMkLst>
            <pc:docMk/>
            <pc:sldMk cId="95912160" sldId="257"/>
            <ac:spMk id="14" creationId="{F4ACD4D7-3FA3-4106-AFB4-55B58A02ED08}"/>
          </ac:spMkLst>
        </pc:spChg>
      </pc:sldChg>
      <pc:sldChg chg="addSp modSp new mod setBg">
        <pc:chgData name="Enrique Such Andreu" userId="e6520695-b170-4e64-ac48-377fb551e0cf" providerId="ADAL" clId="{D36D7F7C-E84F-4775-8F94-5EA00C01BC07}" dt="2024-03-12T00:03:04.526" v="566" actId="255"/>
        <pc:sldMkLst>
          <pc:docMk/>
          <pc:sldMk cId="2263466275" sldId="257"/>
        </pc:sldMkLst>
        <pc:spChg chg="mod">
          <ac:chgData name="Enrique Such Andreu" userId="e6520695-b170-4e64-ac48-377fb551e0cf" providerId="ADAL" clId="{D36D7F7C-E84F-4775-8F94-5EA00C01BC07}" dt="2024-03-12T00:03:04.526" v="566" actId="255"/>
          <ac:spMkLst>
            <pc:docMk/>
            <pc:sldMk cId="2263466275" sldId="257"/>
            <ac:spMk id="2" creationId="{45851076-3C6D-1D93-E582-142221656D9C}"/>
          </ac:spMkLst>
        </pc:spChg>
        <pc:spChg chg="mod">
          <ac:chgData name="Enrique Such Andreu" userId="e6520695-b170-4e64-ac48-377fb551e0cf" providerId="ADAL" clId="{D36D7F7C-E84F-4775-8F94-5EA00C01BC07}" dt="2024-02-26T18:37:15.446" v="191" actId="26606"/>
          <ac:spMkLst>
            <pc:docMk/>
            <pc:sldMk cId="2263466275" sldId="257"/>
            <ac:spMk id="3" creationId="{41E33D60-F3C1-0BB9-363D-EADD2CACD838}"/>
          </ac:spMkLst>
        </pc:spChg>
        <pc:spChg chg="add">
          <ac:chgData name="Enrique Such Andreu" userId="e6520695-b170-4e64-ac48-377fb551e0cf" providerId="ADAL" clId="{D36D7F7C-E84F-4775-8F94-5EA00C01BC07}" dt="2024-02-26T18:37:15.446" v="191" actId="26606"/>
          <ac:spMkLst>
            <pc:docMk/>
            <pc:sldMk cId="2263466275" sldId="257"/>
            <ac:spMk id="8" creationId="{0BABF38A-8A0D-492E-BD20-6CF4D46B50BD}"/>
          </ac:spMkLst>
        </pc:spChg>
        <pc:spChg chg="add">
          <ac:chgData name="Enrique Such Andreu" userId="e6520695-b170-4e64-ac48-377fb551e0cf" providerId="ADAL" clId="{D36D7F7C-E84F-4775-8F94-5EA00C01BC07}" dt="2024-02-26T18:37:15.446" v="191" actId="26606"/>
          <ac:spMkLst>
            <pc:docMk/>
            <pc:sldMk cId="2263466275" sldId="257"/>
            <ac:spMk id="12" creationId="{26B0FCFA-8A2E-4F10-87BD-34565BD7C39F}"/>
          </ac:spMkLst>
        </pc:spChg>
        <pc:spChg chg="add">
          <ac:chgData name="Enrique Such Andreu" userId="e6520695-b170-4e64-ac48-377fb551e0cf" providerId="ADAL" clId="{D36D7F7C-E84F-4775-8F94-5EA00C01BC07}" dt="2024-02-26T18:37:15.446" v="191" actId="26606"/>
          <ac:spMkLst>
            <pc:docMk/>
            <pc:sldMk cId="2263466275" sldId="257"/>
            <ac:spMk id="14" creationId="{32DA72A5-2775-4FE6-9A97-1C8DEE0E06C2}"/>
          </ac:spMkLst>
        </pc:spChg>
        <pc:picChg chg="add">
          <ac:chgData name="Enrique Such Andreu" userId="e6520695-b170-4e64-ac48-377fb551e0cf" providerId="ADAL" clId="{D36D7F7C-E84F-4775-8F94-5EA00C01BC07}" dt="2024-02-26T18:37:15.446" v="191" actId="26606"/>
          <ac:picMkLst>
            <pc:docMk/>
            <pc:sldMk cId="2263466275" sldId="257"/>
            <ac:picMk id="10" creationId="{1CB7E8AE-A3AC-4BB7-A5C6-F00EC697B265}"/>
          </ac:picMkLst>
        </pc:picChg>
        <pc:picChg chg="add">
          <ac:chgData name="Enrique Such Andreu" userId="e6520695-b170-4e64-ac48-377fb551e0cf" providerId="ADAL" clId="{D36D7F7C-E84F-4775-8F94-5EA00C01BC07}" dt="2024-02-26T18:37:15.446" v="191" actId="26606"/>
          <ac:picMkLst>
            <pc:docMk/>
            <pc:sldMk cId="2263466275" sldId="257"/>
            <ac:picMk id="16" creationId="{28966E53-3C41-4F5A-A432-755BFE5D7567}"/>
          </ac:picMkLst>
        </pc:picChg>
        <pc:picChg chg="add">
          <ac:chgData name="Enrique Such Andreu" userId="e6520695-b170-4e64-ac48-377fb551e0cf" providerId="ADAL" clId="{D36D7F7C-E84F-4775-8F94-5EA00C01BC07}" dt="2024-02-26T18:37:15.446" v="191" actId="26606"/>
          <ac:picMkLst>
            <pc:docMk/>
            <pc:sldMk cId="2263466275" sldId="257"/>
            <ac:picMk id="18" creationId="{D47F75BB-A3CB-4161-B316-A2A9C88F72D2}"/>
          </ac:picMkLst>
        </pc:picChg>
      </pc:sldChg>
      <pc:sldChg chg="new del">
        <pc:chgData name="Enrique Such Andreu" userId="e6520695-b170-4e64-ac48-377fb551e0cf" providerId="ADAL" clId="{D36D7F7C-E84F-4775-8F94-5EA00C01BC07}" dt="2024-02-26T18:38:26.330" v="196" actId="2696"/>
        <pc:sldMkLst>
          <pc:docMk/>
          <pc:sldMk cId="185782224" sldId="258"/>
        </pc:sldMkLst>
      </pc:sldChg>
      <pc:sldChg chg="addSp delSp modSp new mod">
        <pc:chgData name="Enrique Such Andreu" userId="e6520695-b170-4e64-ac48-377fb551e0cf" providerId="ADAL" clId="{D36D7F7C-E84F-4775-8F94-5EA00C01BC07}" dt="2024-03-31T00:14:35.868" v="620"/>
        <pc:sldMkLst>
          <pc:docMk/>
          <pc:sldMk cId="715033744" sldId="258"/>
        </pc:sldMkLst>
        <pc:spChg chg="mod">
          <ac:chgData name="Enrique Such Andreu" userId="e6520695-b170-4e64-ac48-377fb551e0cf" providerId="ADAL" clId="{D36D7F7C-E84F-4775-8F94-5EA00C01BC07}" dt="2024-02-26T18:39:24.026" v="236" actId="20577"/>
          <ac:spMkLst>
            <pc:docMk/>
            <pc:sldMk cId="715033744" sldId="258"/>
            <ac:spMk id="2" creationId="{361AF0EB-229A-0255-2E95-96C2B85B13C1}"/>
          </ac:spMkLst>
        </pc:spChg>
        <pc:spChg chg="del">
          <ac:chgData name="Enrique Such Andreu" userId="e6520695-b170-4e64-ac48-377fb551e0cf" providerId="ADAL" clId="{D36D7F7C-E84F-4775-8F94-5EA00C01BC07}" dt="2024-02-26T18:52:38.155" v="237" actId="22"/>
          <ac:spMkLst>
            <pc:docMk/>
            <pc:sldMk cId="715033744" sldId="258"/>
            <ac:spMk id="3" creationId="{76D320C0-ABDF-A21A-C370-AB9DD5C8897C}"/>
          </ac:spMkLst>
        </pc:spChg>
        <pc:spChg chg="add mod">
          <ac:chgData name="Enrique Such Andreu" userId="e6520695-b170-4e64-ac48-377fb551e0cf" providerId="ADAL" clId="{D36D7F7C-E84F-4775-8F94-5EA00C01BC07}" dt="2024-03-12T00:04:12.970" v="572" actId="1076"/>
          <ac:spMkLst>
            <pc:docMk/>
            <pc:sldMk cId="715033744" sldId="258"/>
            <ac:spMk id="12" creationId="{D6A5B657-4371-8BE0-A375-E69F16416ED8}"/>
          </ac:spMkLst>
        </pc:spChg>
        <pc:grpChg chg="del mod">
          <ac:chgData name="Enrique Such Andreu" userId="e6520695-b170-4e64-ac48-377fb551e0cf" providerId="ADAL" clId="{D36D7F7C-E84F-4775-8F94-5EA00C01BC07}" dt="2024-03-11T23:39:50.242" v="369"/>
          <ac:grpSpMkLst>
            <pc:docMk/>
            <pc:sldMk cId="715033744" sldId="258"/>
            <ac:grpSpMk id="8" creationId="{E56E5F57-2ACD-6444-7315-7D1173F8903B}"/>
          </ac:grpSpMkLst>
        </pc:grpChg>
        <pc:grpChg chg="mod">
          <ac:chgData name="Enrique Such Andreu" userId="e6520695-b170-4e64-ac48-377fb551e0cf" providerId="ADAL" clId="{D36D7F7C-E84F-4775-8F94-5EA00C01BC07}" dt="2024-03-11T23:58:13.286" v="549" actId="1076"/>
          <ac:grpSpMkLst>
            <pc:docMk/>
            <pc:sldMk cId="715033744" sldId="258"/>
            <ac:grpSpMk id="13" creationId="{A65E11E5-9AE8-3C63-3A37-1C9D5E1DFC3F}"/>
          </ac:grpSpMkLst>
        </pc:grpChg>
        <pc:grpChg chg="del mod">
          <ac:chgData name="Enrique Such Andreu" userId="e6520695-b170-4e64-ac48-377fb551e0cf" providerId="ADAL" clId="{D36D7F7C-E84F-4775-8F94-5EA00C01BC07}" dt="2024-03-11T23:40:01.788" v="377"/>
          <ac:grpSpMkLst>
            <pc:docMk/>
            <pc:sldMk cId="715033744" sldId="258"/>
            <ac:grpSpMk id="19" creationId="{35918413-9EDA-EA6A-B5F8-1689C5FBBC2E}"/>
          </ac:grpSpMkLst>
        </pc:grpChg>
        <pc:grpChg chg="add del mod">
          <ac:chgData name="Enrique Such Andreu" userId="e6520695-b170-4e64-ac48-377fb551e0cf" providerId="ADAL" clId="{D36D7F7C-E84F-4775-8F94-5EA00C01BC07}" dt="2024-03-11T23:40:27.175" v="388"/>
          <ac:grpSpMkLst>
            <pc:docMk/>
            <pc:sldMk cId="715033744" sldId="258"/>
            <ac:grpSpMk id="21" creationId="{E4F49494-35B7-06F8-1370-D7F384860D35}"/>
          </ac:grpSpMkLst>
        </pc:grpChg>
        <pc:grpChg chg="mod">
          <ac:chgData name="Enrique Such Andreu" userId="e6520695-b170-4e64-ac48-377fb551e0cf" providerId="ADAL" clId="{D36D7F7C-E84F-4775-8F94-5EA00C01BC07}" dt="2024-03-11T23:40:04.958" v="381"/>
          <ac:grpSpMkLst>
            <pc:docMk/>
            <pc:sldMk cId="715033744" sldId="258"/>
            <ac:grpSpMk id="23" creationId="{366E84EB-9D6E-CBA4-08EE-9A0616696F31}"/>
          </ac:grpSpMkLst>
        </pc:grpChg>
        <pc:grpChg chg="mod">
          <ac:chgData name="Enrique Such Andreu" userId="e6520695-b170-4e64-ac48-377fb551e0cf" providerId="ADAL" clId="{D36D7F7C-E84F-4775-8F94-5EA00C01BC07}" dt="2024-03-11T23:40:23.505" v="386"/>
          <ac:grpSpMkLst>
            <pc:docMk/>
            <pc:sldMk cId="715033744" sldId="258"/>
            <ac:grpSpMk id="26" creationId="{B1F72AA5-435A-7252-3CF2-F19FA3059949}"/>
          </ac:grpSpMkLst>
        </pc:grpChg>
        <pc:grpChg chg="mod">
          <ac:chgData name="Enrique Such Andreu" userId="e6520695-b170-4e64-ac48-377fb551e0cf" providerId="ADAL" clId="{D36D7F7C-E84F-4775-8F94-5EA00C01BC07}" dt="2024-03-11T23:58:13.286" v="549" actId="1076"/>
          <ac:grpSpMkLst>
            <pc:docMk/>
            <pc:sldMk cId="715033744" sldId="258"/>
            <ac:grpSpMk id="28" creationId="{256A2BD4-9A06-0484-D814-D9B00BA013FE}"/>
          </ac:grpSpMkLst>
        </pc:grpChg>
        <pc:grpChg chg="mod">
          <ac:chgData name="Enrique Such Andreu" userId="e6520695-b170-4e64-ac48-377fb551e0cf" providerId="ADAL" clId="{D36D7F7C-E84F-4775-8F94-5EA00C01BC07}" dt="2024-03-11T23:58:13.286" v="549" actId="1076"/>
          <ac:grpSpMkLst>
            <pc:docMk/>
            <pc:sldMk cId="715033744" sldId="258"/>
            <ac:grpSpMk id="49" creationId="{FDEDDAE6-C4D9-E0E5-1BCA-477FA667070B}"/>
          </ac:grpSpMkLst>
        </pc:grpChg>
        <pc:grpChg chg="add del mod">
          <ac:chgData name="Enrique Such Andreu" userId="e6520695-b170-4e64-ac48-377fb551e0cf" providerId="ADAL" clId="{D36D7F7C-E84F-4775-8F94-5EA00C01BC07}" dt="2024-03-11T23:44:03.651" v="431"/>
          <ac:grpSpMkLst>
            <pc:docMk/>
            <pc:sldMk cId="715033744" sldId="258"/>
            <ac:grpSpMk id="52" creationId="{E4CE66C9-1970-CCD4-115A-610FCB8AC4C7}"/>
          </ac:grpSpMkLst>
        </pc:grpChg>
        <pc:grpChg chg="mod">
          <ac:chgData name="Enrique Such Andreu" userId="e6520695-b170-4e64-ac48-377fb551e0cf" providerId="ADAL" clId="{D36D7F7C-E84F-4775-8F94-5EA00C01BC07}" dt="2024-03-11T23:44:02.908" v="429"/>
          <ac:grpSpMkLst>
            <pc:docMk/>
            <pc:sldMk cId="715033744" sldId="258"/>
            <ac:grpSpMk id="54" creationId="{74B3A84B-3FE9-D9EE-8F6F-EEAFEA02686C}"/>
          </ac:grpSpMkLst>
        </pc:grpChg>
        <pc:grpChg chg="mod">
          <ac:chgData name="Enrique Such Andreu" userId="e6520695-b170-4e64-ac48-377fb551e0cf" providerId="ADAL" clId="{D36D7F7C-E84F-4775-8F94-5EA00C01BC07}" dt="2024-03-11T23:58:13.286" v="549" actId="1076"/>
          <ac:grpSpMkLst>
            <pc:docMk/>
            <pc:sldMk cId="715033744" sldId="258"/>
            <ac:grpSpMk id="59" creationId="{6C499850-53FD-D130-3893-CDE789F15584}"/>
          </ac:grpSpMkLst>
        </pc:grpChg>
        <pc:grpChg chg="del mod">
          <ac:chgData name="Enrique Such Andreu" userId="e6520695-b170-4e64-ac48-377fb551e0cf" providerId="ADAL" clId="{D36D7F7C-E84F-4775-8F94-5EA00C01BC07}" dt="2024-03-11T23:45:26.055" v="448"/>
          <ac:grpSpMkLst>
            <pc:docMk/>
            <pc:sldMk cId="715033744" sldId="258"/>
            <ac:grpSpMk id="66" creationId="{914EA1CA-DAA7-1D6C-D0D7-6F2A25058199}"/>
          </ac:grpSpMkLst>
        </pc:grpChg>
        <pc:grpChg chg="del mod">
          <ac:chgData name="Enrique Such Andreu" userId="e6520695-b170-4e64-ac48-377fb551e0cf" providerId="ADAL" clId="{D36D7F7C-E84F-4775-8F94-5EA00C01BC07}" dt="2024-03-11T23:45:28.929" v="450"/>
          <ac:grpSpMkLst>
            <pc:docMk/>
            <pc:sldMk cId="715033744" sldId="258"/>
            <ac:grpSpMk id="68" creationId="{3EF52C74-C977-306B-7672-DDF7B9530B74}"/>
          </ac:grpSpMkLst>
        </pc:grpChg>
        <pc:grpChg chg="del mod">
          <ac:chgData name="Enrique Such Andreu" userId="e6520695-b170-4e64-ac48-377fb551e0cf" providerId="ADAL" clId="{D36D7F7C-E84F-4775-8F94-5EA00C01BC07}" dt="2024-03-11T23:45:32.118" v="452"/>
          <ac:grpSpMkLst>
            <pc:docMk/>
            <pc:sldMk cId="715033744" sldId="258"/>
            <ac:grpSpMk id="70" creationId="{5FD7E0A2-C29B-F5B7-9A91-C096B4ABB0E1}"/>
          </ac:grpSpMkLst>
        </pc:grpChg>
        <pc:grpChg chg="del mod">
          <ac:chgData name="Enrique Such Andreu" userId="e6520695-b170-4e64-ac48-377fb551e0cf" providerId="ADAL" clId="{D36D7F7C-E84F-4775-8F94-5EA00C01BC07}" dt="2024-03-11T23:45:37.292" v="455"/>
          <ac:grpSpMkLst>
            <pc:docMk/>
            <pc:sldMk cId="715033744" sldId="258"/>
            <ac:grpSpMk id="72" creationId="{829A95B3-8104-50D9-A2CF-CE8FA93BC617}"/>
          </ac:grpSpMkLst>
        </pc:grpChg>
        <pc:grpChg chg="del mod">
          <ac:chgData name="Enrique Such Andreu" userId="e6520695-b170-4e64-ac48-377fb551e0cf" providerId="ADAL" clId="{D36D7F7C-E84F-4775-8F94-5EA00C01BC07}" dt="2024-03-11T23:45:50.859" v="457"/>
          <ac:grpSpMkLst>
            <pc:docMk/>
            <pc:sldMk cId="715033744" sldId="258"/>
            <ac:grpSpMk id="75" creationId="{431A981C-57BB-0659-D18B-07092937AADF}"/>
          </ac:grpSpMkLst>
        </pc:grpChg>
        <pc:grpChg chg="del mod">
          <ac:chgData name="Enrique Such Andreu" userId="e6520695-b170-4e64-ac48-377fb551e0cf" providerId="ADAL" clId="{D36D7F7C-E84F-4775-8F94-5EA00C01BC07}" dt="2024-03-11T23:45:56.126" v="459"/>
          <ac:grpSpMkLst>
            <pc:docMk/>
            <pc:sldMk cId="715033744" sldId="258"/>
            <ac:grpSpMk id="77" creationId="{7BBD4DFE-0237-9135-619C-3208265B3AD7}"/>
          </ac:grpSpMkLst>
        </pc:grpChg>
        <pc:grpChg chg="mod">
          <ac:chgData name="Enrique Such Andreu" userId="e6520695-b170-4e64-ac48-377fb551e0cf" providerId="ADAL" clId="{D36D7F7C-E84F-4775-8F94-5EA00C01BC07}" dt="2024-03-11T23:58:13.286" v="549" actId="1076"/>
          <ac:grpSpMkLst>
            <pc:docMk/>
            <pc:sldMk cId="715033744" sldId="258"/>
            <ac:grpSpMk id="79" creationId="{5E93EB5F-EDEB-F98B-3BC7-3919007207ED}"/>
          </ac:grpSpMkLst>
        </pc:grpChg>
        <pc:picChg chg="add mod ord modCrop">
          <ac:chgData name="Enrique Such Andreu" userId="e6520695-b170-4e64-ac48-377fb551e0cf" providerId="ADAL" clId="{D36D7F7C-E84F-4775-8F94-5EA00C01BC07}" dt="2024-03-31T00:14:35.868" v="620"/>
          <ac:picMkLst>
            <pc:docMk/>
            <pc:sldMk cId="715033744" sldId="258"/>
            <ac:picMk id="5" creationId="{7FD3F543-6FD7-BEF0-0709-F6CD1586EBF3}"/>
          </ac:picMkLst>
        </pc:picChg>
        <pc:picChg chg="add del mod modCrop">
          <ac:chgData name="Enrique Such Andreu" userId="e6520695-b170-4e64-ac48-377fb551e0cf" providerId="ADAL" clId="{D36D7F7C-E84F-4775-8F94-5EA00C01BC07}" dt="2024-03-11T23:58:13.286" v="549" actId="1076"/>
          <ac:picMkLst>
            <pc:docMk/>
            <pc:sldMk cId="715033744" sldId="258"/>
            <ac:picMk id="7" creationId="{F704B65F-F696-5E61-3EB0-D23281B4ACE2}"/>
          </ac:picMkLst>
        </pc:picChg>
        <pc:picChg chg="add mod modCrop">
          <ac:chgData name="Enrique Such Andreu" userId="e6520695-b170-4e64-ac48-377fb551e0cf" providerId="ADAL" clId="{D36D7F7C-E84F-4775-8F94-5EA00C01BC07}" dt="2024-03-11T23:58:13.286" v="549" actId="1076"/>
          <ac:picMkLst>
            <pc:docMk/>
            <pc:sldMk cId="715033744" sldId="258"/>
            <ac:picMk id="9" creationId="{9B7835AF-2578-53C9-6BBA-1C826C0400F5}"/>
          </ac:picMkLst>
        </pc:picChg>
        <pc:picChg chg="add mod modCrop">
          <ac:chgData name="Enrique Such Andreu" userId="e6520695-b170-4e64-ac48-377fb551e0cf" providerId="ADAL" clId="{D36D7F7C-E84F-4775-8F94-5EA00C01BC07}" dt="2024-03-11T23:58:13.286" v="549" actId="1076"/>
          <ac:picMkLst>
            <pc:docMk/>
            <pc:sldMk cId="715033744" sldId="258"/>
            <ac:picMk id="11" creationId="{9FC4D813-A3E4-C84D-4C69-7F0E46EA4ED1}"/>
          </ac:picMkLst>
        </pc:picChg>
        <pc:inkChg chg="add mod">
          <ac:chgData name="Enrique Such Andreu" userId="e6520695-b170-4e64-ac48-377fb551e0cf" providerId="ADAL" clId="{D36D7F7C-E84F-4775-8F94-5EA00C01BC07}" dt="2024-03-11T23:58:13.286" v="549" actId="1076"/>
          <ac:inkMkLst>
            <pc:docMk/>
            <pc:sldMk cId="715033744" sldId="258"/>
            <ac:inkMk id="3" creationId="{43ECECA5-427A-26BC-D573-2EC74C25C1E6}"/>
          </ac:inkMkLst>
        </pc:inkChg>
        <pc:inkChg chg="add mod">
          <ac:chgData name="Enrique Such Andreu" userId="e6520695-b170-4e64-ac48-377fb551e0cf" providerId="ADAL" clId="{D36D7F7C-E84F-4775-8F94-5EA00C01BC07}" dt="2024-03-11T23:39:50.242" v="369"/>
          <ac:inkMkLst>
            <pc:docMk/>
            <pc:sldMk cId="715033744" sldId="258"/>
            <ac:inkMk id="4" creationId="{9E335F9D-429A-7102-4633-366592C0DC49}"/>
          </ac:inkMkLst>
        </pc:inkChg>
        <pc:inkChg chg="add mod">
          <ac:chgData name="Enrique Such Andreu" userId="e6520695-b170-4e64-ac48-377fb551e0cf" providerId="ADAL" clId="{D36D7F7C-E84F-4775-8F94-5EA00C01BC07}" dt="2024-03-11T23:39:50.242" v="369"/>
          <ac:inkMkLst>
            <pc:docMk/>
            <pc:sldMk cId="715033744" sldId="258"/>
            <ac:inkMk id="6" creationId="{9DE5BDE5-A4F0-DBE5-4D5F-A41BBF01C07B}"/>
          </ac:inkMkLst>
        </pc:inkChg>
        <pc:inkChg chg="add">
          <ac:chgData name="Enrique Such Andreu" userId="e6520695-b170-4e64-ac48-377fb551e0cf" providerId="ADAL" clId="{D36D7F7C-E84F-4775-8F94-5EA00C01BC07}" dt="2024-03-29T18:13:01.230" v="578" actId="9405"/>
          <ac:inkMkLst>
            <pc:docMk/>
            <pc:sldMk cId="715033744" sldId="258"/>
            <ac:inkMk id="8" creationId="{AC4A1755-FF73-32AB-278E-56F83EAEE620}"/>
          </ac:inkMkLst>
        </pc:inkChg>
        <pc:inkChg chg="add mod">
          <ac:chgData name="Enrique Such Andreu" userId="e6520695-b170-4e64-ac48-377fb551e0cf" providerId="ADAL" clId="{D36D7F7C-E84F-4775-8F94-5EA00C01BC07}" dt="2024-03-11T23:39:50.242" v="369"/>
          <ac:inkMkLst>
            <pc:docMk/>
            <pc:sldMk cId="715033744" sldId="258"/>
            <ac:inkMk id="10" creationId="{E18AB167-C83D-1B2C-115B-439EC96CD775}"/>
          </ac:inkMkLst>
        </pc:inkChg>
        <pc:inkChg chg="add mod">
          <ac:chgData name="Enrique Such Andreu" userId="e6520695-b170-4e64-ac48-377fb551e0cf" providerId="ADAL" clId="{D36D7F7C-E84F-4775-8F94-5EA00C01BC07}" dt="2024-03-11T23:58:13.286" v="549" actId="1076"/>
          <ac:inkMkLst>
            <pc:docMk/>
            <pc:sldMk cId="715033744" sldId="258"/>
            <ac:inkMk id="14" creationId="{EFFF88FD-735C-CA27-5E96-FDC115DA3C51}"/>
          </ac:inkMkLst>
        </pc:inkChg>
        <pc:inkChg chg="add mod">
          <ac:chgData name="Enrique Such Andreu" userId="e6520695-b170-4e64-ac48-377fb551e0cf" providerId="ADAL" clId="{D36D7F7C-E84F-4775-8F94-5EA00C01BC07}" dt="2024-03-11T23:40:27.175" v="388"/>
          <ac:inkMkLst>
            <pc:docMk/>
            <pc:sldMk cId="715033744" sldId="258"/>
            <ac:inkMk id="15" creationId="{D4072230-4F22-ECFE-27AC-467B31CB16A7}"/>
          </ac:inkMkLst>
        </pc:inkChg>
        <pc:inkChg chg="add mod">
          <ac:chgData name="Enrique Such Andreu" userId="e6520695-b170-4e64-ac48-377fb551e0cf" providerId="ADAL" clId="{D36D7F7C-E84F-4775-8F94-5EA00C01BC07}" dt="2024-03-11T23:40:27.175" v="388"/>
          <ac:inkMkLst>
            <pc:docMk/>
            <pc:sldMk cId="715033744" sldId="258"/>
            <ac:inkMk id="16" creationId="{7ABA549E-0F36-19E1-1FB4-2D747CF1FBAF}"/>
          </ac:inkMkLst>
        </pc:inkChg>
        <pc:inkChg chg="add mod">
          <ac:chgData name="Enrique Such Andreu" userId="e6520695-b170-4e64-ac48-377fb551e0cf" providerId="ADAL" clId="{D36D7F7C-E84F-4775-8F94-5EA00C01BC07}" dt="2024-03-11T23:40:27.175" v="388"/>
          <ac:inkMkLst>
            <pc:docMk/>
            <pc:sldMk cId="715033744" sldId="258"/>
            <ac:inkMk id="17" creationId="{47FBC4E5-13D2-A7C9-4A1F-57659227CBE1}"/>
          </ac:inkMkLst>
        </pc:inkChg>
        <pc:inkChg chg="add mod">
          <ac:chgData name="Enrique Such Andreu" userId="e6520695-b170-4e64-ac48-377fb551e0cf" providerId="ADAL" clId="{D36D7F7C-E84F-4775-8F94-5EA00C01BC07}" dt="2024-03-11T23:40:27.175" v="388"/>
          <ac:inkMkLst>
            <pc:docMk/>
            <pc:sldMk cId="715033744" sldId="258"/>
            <ac:inkMk id="18" creationId="{D95EA0BD-CF4A-A7B9-E361-DD9CB6E25D6B}"/>
          </ac:inkMkLst>
        </pc:inkChg>
        <pc:inkChg chg="add del">
          <ac:chgData name="Enrique Such Andreu" userId="e6520695-b170-4e64-ac48-377fb551e0cf" providerId="ADAL" clId="{D36D7F7C-E84F-4775-8F94-5EA00C01BC07}" dt="2024-03-29T18:13:11.985" v="580" actId="9405"/>
          <ac:inkMkLst>
            <pc:docMk/>
            <pc:sldMk cId="715033744" sldId="258"/>
            <ac:inkMk id="19" creationId="{6E3EF81D-68C5-3EC8-018A-72A931D05304}"/>
          </ac:inkMkLst>
        </pc:inkChg>
        <pc:inkChg chg="add mod">
          <ac:chgData name="Enrique Such Andreu" userId="e6520695-b170-4e64-ac48-377fb551e0cf" providerId="ADAL" clId="{D36D7F7C-E84F-4775-8F94-5EA00C01BC07}" dt="2024-03-11T23:40:27.175" v="388"/>
          <ac:inkMkLst>
            <pc:docMk/>
            <pc:sldMk cId="715033744" sldId="258"/>
            <ac:inkMk id="20" creationId="{38639BC2-1B2C-5A17-9910-D49A5811CE0E}"/>
          </ac:inkMkLst>
        </pc:inkChg>
        <pc:inkChg chg="add del mod">
          <ac:chgData name="Enrique Such Andreu" userId="e6520695-b170-4e64-ac48-377fb551e0cf" providerId="ADAL" clId="{D36D7F7C-E84F-4775-8F94-5EA00C01BC07}" dt="2024-03-11T23:40:04.958" v="381"/>
          <ac:inkMkLst>
            <pc:docMk/>
            <pc:sldMk cId="715033744" sldId="258"/>
            <ac:inkMk id="22" creationId="{9E7BE69B-086F-24C9-C6E1-1FDB1DADDE60}"/>
          </ac:inkMkLst>
        </pc:inkChg>
        <pc:inkChg chg="add mod">
          <ac:chgData name="Enrique Such Andreu" userId="e6520695-b170-4e64-ac48-377fb551e0cf" providerId="ADAL" clId="{D36D7F7C-E84F-4775-8F94-5EA00C01BC07}" dt="2024-03-11T23:58:13.286" v="549" actId="1076"/>
          <ac:inkMkLst>
            <pc:docMk/>
            <pc:sldMk cId="715033744" sldId="258"/>
            <ac:inkMk id="24" creationId="{5831AF0E-9783-3E9F-E704-A2DF39894ABD}"/>
          </ac:inkMkLst>
        </pc:inkChg>
        <pc:inkChg chg="add del mod">
          <ac:chgData name="Enrique Such Andreu" userId="e6520695-b170-4e64-ac48-377fb551e0cf" providerId="ADAL" clId="{D36D7F7C-E84F-4775-8F94-5EA00C01BC07}" dt="2024-03-11T23:40:23.505" v="386"/>
          <ac:inkMkLst>
            <pc:docMk/>
            <pc:sldMk cId="715033744" sldId="258"/>
            <ac:inkMk id="25" creationId="{F0FE1ECA-0C8D-80C6-0DBC-9C950DE72877}"/>
          </ac:inkMkLst>
        </pc:inkChg>
        <pc:inkChg chg="add mod">
          <ac:chgData name="Enrique Such Andreu" userId="e6520695-b170-4e64-ac48-377fb551e0cf" providerId="ADAL" clId="{D36D7F7C-E84F-4775-8F94-5EA00C01BC07}" dt="2024-03-11T23:40:27.175" v="388"/>
          <ac:inkMkLst>
            <pc:docMk/>
            <pc:sldMk cId="715033744" sldId="258"/>
            <ac:inkMk id="27" creationId="{7C09CE58-D08B-F92E-C6A5-2B0337471EC3}"/>
          </ac:inkMkLst>
        </pc:inkChg>
        <pc:inkChg chg="add del">
          <ac:chgData name="Enrique Such Andreu" userId="e6520695-b170-4e64-ac48-377fb551e0cf" providerId="ADAL" clId="{D36D7F7C-E84F-4775-8F94-5EA00C01BC07}" dt="2024-03-11T23:41:34.181" v="390" actId="9405"/>
          <ac:inkMkLst>
            <pc:docMk/>
            <pc:sldMk cId="715033744" sldId="258"/>
            <ac:inkMk id="29" creationId="{93CE37E5-38D9-8D76-858D-5852D3A404D3}"/>
          </ac:inkMkLst>
        </pc:inkChg>
        <pc:inkChg chg="add del">
          <ac:chgData name="Enrique Such Andreu" userId="e6520695-b170-4e64-ac48-377fb551e0cf" providerId="ADAL" clId="{D36D7F7C-E84F-4775-8F94-5EA00C01BC07}" dt="2024-03-11T23:41:37.817" v="392" actId="9405"/>
          <ac:inkMkLst>
            <pc:docMk/>
            <pc:sldMk cId="715033744" sldId="258"/>
            <ac:inkMk id="30" creationId="{C07FB9A9-ED14-FB74-7AD5-32692FAE54C3}"/>
          </ac:inkMkLst>
        </pc:inkChg>
        <pc:inkChg chg="add del">
          <ac:chgData name="Enrique Such Andreu" userId="e6520695-b170-4e64-ac48-377fb551e0cf" providerId="ADAL" clId="{D36D7F7C-E84F-4775-8F94-5EA00C01BC07}" dt="2024-03-11T23:42:13.235" v="398" actId="9405"/>
          <ac:inkMkLst>
            <pc:docMk/>
            <pc:sldMk cId="715033744" sldId="258"/>
            <ac:inkMk id="31" creationId="{D687750E-3B61-8120-1F4C-D57024E8A931}"/>
          </ac:inkMkLst>
        </pc:inkChg>
        <pc:inkChg chg="add del">
          <ac:chgData name="Enrique Such Andreu" userId="e6520695-b170-4e64-ac48-377fb551e0cf" providerId="ADAL" clId="{D36D7F7C-E84F-4775-8F94-5EA00C01BC07}" dt="2024-03-11T23:42:11.824" v="397" actId="9405"/>
          <ac:inkMkLst>
            <pc:docMk/>
            <pc:sldMk cId="715033744" sldId="258"/>
            <ac:inkMk id="32" creationId="{74412840-8477-CD91-0184-9ADA8D8BE50B}"/>
          </ac:inkMkLst>
        </pc:inkChg>
        <pc:inkChg chg="add del">
          <ac:chgData name="Enrique Such Andreu" userId="e6520695-b170-4e64-ac48-377fb551e0cf" providerId="ADAL" clId="{D36D7F7C-E84F-4775-8F94-5EA00C01BC07}" dt="2024-03-11T23:42:11.377" v="396" actId="9405"/>
          <ac:inkMkLst>
            <pc:docMk/>
            <pc:sldMk cId="715033744" sldId="258"/>
            <ac:inkMk id="33" creationId="{0E111224-AA02-1469-4DCF-BF801BB02688}"/>
          </ac:inkMkLst>
        </pc:inkChg>
        <pc:inkChg chg="add mod">
          <ac:chgData name="Enrique Such Andreu" userId="e6520695-b170-4e64-ac48-377fb551e0cf" providerId="ADAL" clId="{D36D7F7C-E84F-4775-8F94-5EA00C01BC07}" dt="2024-03-11T23:58:13.286" v="549" actId="1076"/>
          <ac:inkMkLst>
            <pc:docMk/>
            <pc:sldMk cId="715033744" sldId="258"/>
            <ac:inkMk id="34" creationId="{02860688-D02D-C777-AA5A-DB41D9F78AAA}"/>
          </ac:inkMkLst>
        </pc:inkChg>
        <pc:inkChg chg="add del">
          <ac:chgData name="Enrique Such Andreu" userId="e6520695-b170-4e64-ac48-377fb551e0cf" providerId="ADAL" clId="{D36D7F7C-E84F-4775-8F94-5EA00C01BC07}" dt="2024-03-11T23:42:29.255" v="401" actId="9405"/>
          <ac:inkMkLst>
            <pc:docMk/>
            <pc:sldMk cId="715033744" sldId="258"/>
            <ac:inkMk id="35" creationId="{DDF3E7DD-9372-E3D4-CFF8-178AAA61C588}"/>
          </ac:inkMkLst>
        </pc:inkChg>
        <pc:inkChg chg="add del">
          <ac:chgData name="Enrique Such Andreu" userId="e6520695-b170-4e64-ac48-377fb551e0cf" providerId="ADAL" clId="{D36D7F7C-E84F-4775-8F94-5EA00C01BC07}" dt="2024-03-11T23:42:31.176" v="403" actId="9405"/>
          <ac:inkMkLst>
            <pc:docMk/>
            <pc:sldMk cId="715033744" sldId="258"/>
            <ac:inkMk id="36" creationId="{55A94F1E-0FC1-B511-1897-F3B6A1CF30C1}"/>
          </ac:inkMkLst>
        </pc:inkChg>
        <pc:inkChg chg="add del">
          <ac:chgData name="Enrique Such Andreu" userId="e6520695-b170-4e64-ac48-377fb551e0cf" providerId="ADAL" clId="{D36D7F7C-E84F-4775-8F94-5EA00C01BC07}" dt="2024-03-11T23:42:33.693" v="405" actId="9405"/>
          <ac:inkMkLst>
            <pc:docMk/>
            <pc:sldMk cId="715033744" sldId="258"/>
            <ac:inkMk id="37" creationId="{2C7B726C-321B-F205-0F00-0F0C548A9A63}"/>
          </ac:inkMkLst>
        </pc:inkChg>
        <pc:inkChg chg="add del">
          <ac:chgData name="Enrique Such Andreu" userId="e6520695-b170-4e64-ac48-377fb551e0cf" providerId="ADAL" clId="{D36D7F7C-E84F-4775-8F94-5EA00C01BC07}" dt="2024-03-11T23:42:37" v="407" actId="9405"/>
          <ac:inkMkLst>
            <pc:docMk/>
            <pc:sldMk cId="715033744" sldId="258"/>
            <ac:inkMk id="38" creationId="{7D0B3DA6-B9EB-064A-5075-CE639A34A3B2}"/>
          </ac:inkMkLst>
        </pc:inkChg>
        <pc:inkChg chg="add del">
          <ac:chgData name="Enrique Such Andreu" userId="e6520695-b170-4e64-ac48-377fb551e0cf" providerId="ADAL" clId="{D36D7F7C-E84F-4775-8F94-5EA00C01BC07}" dt="2024-03-11T23:42:39.383" v="409" actId="9405"/>
          <ac:inkMkLst>
            <pc:docMk/>
            <pc:sldMk cId="715033744" sldId="258"/>
            <ac:inkMk id="39" creationId="{62A1CC46-6E64-43A4-4277-A2F461C280E7}"/>
          </ac:inkMkLst>
        </pc:inkChg>
        <pc:inkChg chg="add del">
          <ac:chgData name="Enrique Such Andreu" userId="e6520695-b170-4e64-ac48-377fb551e0cf" providerId="ADAL" clId="{D36D7F7C-E84F-4775-8F94-5EA00C01BC07}" dt="2024-03-11T23:42:41.065" v="411" actId="9405"/>
          <ac:inkMkLst>
            <pc:docMk/>
            <pc:sldMk cId="715033744" sldId="258"/>
            <ac:inkMk id="40" creationId="{9339F601-5EBA-C948-0054-60020DC82C93}"/>
          </ac:inkMkLst>
        </pc:inkChg>
        <pc:inkChg chg="add mod">
          <ac:chgData name="Enrique Such Andreu" userId="e6520695-b170-4e64-ac48-377fb551e0cf" providerId="ADAL" clId="{D36D7F7C-E84F-4775-8F94-5EA00C01BC07}" dt="2024-03-11T23:58:13.286" v="549" actId="1076"/>
          <ac:inkMkLst>
            <pc:docMk/>
            <pc:sldMk cId="715033744" sldId="258"/>
            <ac:inkMk id="41" creationId="{C5F66D8C-F975-2D69-5C7E-7AF18750E20A}"/>
          </ac:inkMkLst>
        </pc:inkChg>
        <pc:inkChg chg="add del">
          <ac:chgData name="Enrique Such Andreu" userId="e6520695-b170-4e64-ac48-377fb551e0cf" providerId="ADAL" clId="{D36D7F7C-E84F-4775-8F94-5EA00C01BC07}" dt="2024-03-11T23:42:52.149" v="414" actId="9405"/>
          <ac:inkMkLst>
            <pc:docMk/>
            <pc:sldMk cId="715033744" sldId="258"/>
            <ac:inkMk id="42" creationId="{24FBA4FB-7729-FFCA-276A-0F9B14485855}"/>
          </ac:inkMkLst>
        </pc:inkChg>
        <pc:inkChg chg="add mod">
          <ac:chgData name="Enrique Such Andreu" userId="e6520695-b170-4e64-ac48-377fb551e0cf" providerId="ADAL" clId="{D36D7F7C-E84F-4775-8F94-5EA00C01BC07}" dt="2024-03-11T23:58:13.286" v="549" actId="1076"/>
          <ac:inkMkLst>
            <pc:docMk/>
            <pc:sldMk cId="715033744" sldId="258"/>
            <ac:inkMk id="43" creationId="{16DE95CA-A0E3-BB63-1FB8-D3619B7192C3}"/>
          </ac:inkMkLst>
        </pc:inkChg>
        <pc:inkChg chg="add mod">
          <ac:chgData name="Enrique Such Andreu" userId="e6520695-b170-4e64-ac48-377fb551e0cf" providerId="ADAL" clId="{D36D7F7C-E84F-4775-8F94-5EA00C01BC07}" dt="2024-03-11T23:58:13.286" v="549" actId="1076"/>
          <ac:inkMkLst>
            <pc:docMk/>
            <pc:sldMk cId="715033744" sldId="258"/>
            <ac:inkMk id="44" creationId="{E4D0CFB3-5323-A5ED-99EA-B06A0EA6DA95}"/>
          </ac:inkMkLst>
        </pc:inkChg>
        <pc:inkChg chg="add mod">
          <ac:chgData name="Enrique Such Andreu" userId="e6520695-b170-4e64-ac48-377fb551e0cf" providerId="ADAL" clId="{D36D7F7C-E84F-4775-8F94-5EA00C01BC07}" dt="2024-03-11T23:58:13.286" v="549" actId="1076"/>
          <ac:inkMkLst>
            <pc:docMk/>
            <pc:sldMk cId="715033744" sldId="258"/>
            <ac:inkMk id="45" creationId="{4BD6C40F-4A04-D637-5128-18401F891552}"/>
          </ac:inkMkLst>
        </pc:inkChg>
        <pc:inkChg chg="add del">
          <ac:chgData name="Enrique Such Andreu" userId="e6520695-b170-4e64-ac48-377fb551e0cf" providerId="ADAL" clId="{D36D7F7C-E84F-4775-8F94-5EA00C01BC07}" dt="2024-03-11T23:43:25.043" v="419" actId="9405"/>
          <ac:inkMkLst>
            <pc:docMk/>
            <pc:sldMk cId="715033744" sldId="258"/>
            <ac:inkMk id="46" creationId="{F91B280D-524D-D798-8707-CA085334CB21}"/>
          </ac:inkMkLst>
        </pc:inkChg>
        <pc:inkChg chg="add mod">
          <ac:chgData name="Enrique Such Andreu" userId="e6520695-b170-4e64-ac48-377fb551e0cf" providerId="ADAL" clId="{D36D7F7C-E84F-4775-8F94-5EA00C01BC07}" dt="2024-03-11T23:43:37.956" v="422"/>
          <ac:inkMkLst>
            <pc:docMk/>
            <pc:sldMk cId="715033744" sldId="258"/>
            <ac:inkMk id="47" creationId="{46B52938-2ACC-6BD5-5719-945BF775F206}"/>
          </ac:inkMkLst>
        </pc:inkChg>
        <pc:inkChg chg="add mod">
          <ac:chgData name="Enrique Such Andreu" userId="e6520695-b170-4e64-ac48-377fb551e0cf" providerId="ADAL" clId="{D36D7F7C-E84F-4775-8F94-5EA00C01BC07}" dt="2024-03-11T23:43:37.956" v="422"/>
          <ac:inkMkLst>
            <pc:docMk/>
            <pc:sldMk cId="715033744" sldId="258"/>
            <ac:inkMk id="48" creationId="{AD7EE384-CE5E-8EE6-4EEE-E61C80A88A3B}"/>
          </ac:inkMkLst>
        </pc:inkChg>
        <pc:inkChg chg="add mod">
          <ac:chgData name="Enrique Such Andreu" userId="e6520695-b170-4e64-ac48-377fb551e0cf" providerId="ADAL" clId="{D36D7F7C-E84F-4775-8F94-5EA00C01BC07}" dt="2024-03-11T23:58:13.286" v="549" actId="1076"/>
          <ac:inkMkLst>
            <pc:docMk/>
            <pc:sldMk cId="715033744" sldId="258"/>
            <ac:inkMk id="50" creationId="{6C039A2E-A5A9-714E-85D7-F32086AF9BA4}"/>
          </ac:inkMkLst>
        </pc:inkChg>
        <pc:inkChg chg="add del mod">
          <ac:chgData name="Enrique Such Andreu" userId="e6520695-b170-4e64-ac48-377fb551e0cf" providerId="ADAL" clId="{D36D7F7C-E84F-4775-8F94-5EA00C01BC07}" dt="2024-03-11T23:44:03.651" v="431"/>
          <ac:inkMkLst>
            <pc:docMk/>
            <pc:sldMk cId="715033744" sldId="258"/>
            <ac:inkMk id="51" creationId="{30913906-82A1-70B4-BCF4-DFBF67D2A895}"/>
          </ac:inkMkLst>
        </pc:inkChg>
        <pc:inkChg chg="add del mod">
          <ac:chgData name="Enrique Such Andreu" userId="e6520695-b170-4e64-ac48-377fb551e0cf" providerId="ADAL" clId="{D36D7F7C-E84F-4775-8F94-5EA00C01BC07}" dt="2024-03-11T23:44:02.908" v="429"/>
          <ac:inkMkLst>
            <pc:docMk/>
            <pc:sldMk cId="715033744" sldId="258"/>
            <ac:inkMk id="53" creationId="{D2D03609-5303-E8D9-6641-D300508C2BF1}"/>
          </ac:inkMkLst>
        </pc:inkChg>
        <pc:inkChg chg="add del">
          <ac:chgData name="Enrique Such Andreu" userId="e6520695-b170-4e64-ac48-377fb551e0cf" providerId="ADAL" clId="{D36D7F7C-E84F-4775-8F94-5EA00C01BC07}" dt="2024-03-11T23:44:10.015" v="433" actId="9405"/>
          <ac:inkMkLst>
            <pc:docMk/>
            <pc:sldMk cId="715033744" sldId="258"/>
            <ac:inkMk id="55" creationId="{038A3A82-4C2D-10F3-8390-26F5B746BCD5}"/>
          </ac:inkMkLst>
        </pc:inkChg>
        <pc:inkChg chg="add del">
          <ac:chgData name="Enrique Such Andreu" userId="e6520695-b170-4e64-ac48-377fb551e0cf" providerId="ADAL" clId="{D36D7F7C-E84F-4775-8F94-5EA00C01BC07}" dt="2024-03-11T23:44:18.935" v="435" actId="9405"/>
          <ac:inkMkLst>
            <pc:docMk/>
            <pc:sldMk cId="715033744" sldId="258"/>
            <ac:inkMk id="56" creationId="{30A30B2C-F171-2771-A455-3CC7ED9B105D}"/>
          </ac:inkMkLst>
        </pc:inkChg>
        <pc:inkChg chg="add mod">
          <ac:chgData name="Enrique Such Andreu" userId="e6520695-b170-4e64-ac48-377fb551e0cf" providerId="ADAL" clId="{D36D7F7C-E84F-4775-8F94-5EA00C01BC07}" dt="2024-03-11T23:44:30.303" v="438"/>
          <ac:inkMkLst>
            <pc:docMk/>
            <pc:sldMk cId="715033744" sldId="258"/>
            <ac:inkMk id="57" creationId="{0E79DD7E-A049-27D2-4F32-CC602ED207AE}"/>
          </ac:inkMkLst>
        </pc:inkChg>
        <pc:inkChg chg="add mod">
          <ac:chgData name="Enrique Such Andreu" userId="e6520695-b170-4e64-ac48-377fb551e0cf" providerId="ADAL" clId="{D36D7F7C-E84F-4775-8F94-5EA00C01BC07}" dt="2024-03-11T23:44:30.303" v="438"/>
          <ac:inkMkLst>
            <pc:docMk/>
            <pc:sldMk cId="715033744" sldId="258"/>
            <ac:inkMk id="58" creationId="{727F88B2-9C23-D945-8B77-0FB1A92D9C7A}"/>
          </ac:inkMkLst>
        </pc:inkChg>
        <pc:inkChg chg="add mod">
          <ac:chgData name="Enrique Such Andreu" userId="e6520695-b170-4e64-ac48-377fb551e0cf" providerId="ADAL" clId="{D36D7F7C-E84F-4775-8F94-5EA00C01BC07}" dt="2024-03-11T23:58:13.286" v="549" actId="1076"/>
          <ac:inkMkLst>
            <pc:docMk/>
            <pc:sldMk cId="715033744" sldId="258"/>
            <ac:inkMk id="60" creationId="{D47BFDD5-C09A-455F-2441-DFFC883A83B7}"/>
          </ac:inkMkLst>
        </pc:inkChg>
        <pc:inkChg chg="add del">
          <ac:chgData name="Enrique Such Andreu" userId="e6520695-b170-4e64-ac48-377fb551e0cf" providerId="ADAL" clId="{D36D7F7C-E84F-4775-8F94-5EA00C01BC07}" dt="2024-03-11T23:44:48.747" v="441" actId="9405"/>
          <ac:inkMkLst>
            <pc:docMk/>
            <pc:sldMk cId="715033744" sldId="258"/>
            <ac:inkMk id="61" creationId="{A80E9F78-B4AD-06C2-43F3-7F18B683FE0D}"/>
          </ac:inkMkLst>
        </pc:inkChg>
        <pc:inkChg chg="add mod">
          <ac:chgData name="Enrique Such Andreu" userId="e6520695-b170-4e64-ac48-377fb551e0cf" providerId="ADAL" clId="{D36D7F7C-E84F-4775-8F94-5EA00C01BC07}" dt="2024-03-11T23:58:13.286" v="549" actId="1076"/>
          <ac:inkMkLst>
            <pc:docMk/>
            <pc:sldMk cId="715033744" sldId="258"/>
            <ac:inkMk id="62" creationId="{6473F56F-E68A-635C-D337-3FC162EEBA78}"/>
          </ac:inkMkLst>
        </pc:inkChg>
        <pc:inkChg chg="add mod">
          <ac:chgData name="Enrique Such Andreu" userId="e6520695-b170-4e64-ac48-377fb551e0cf" providerId="ADAL" clId="{D36D7F7C-E84F-4775-8F94-5EA00C01BC07}" dt="2024-03-11T23:45:56.126" v="459"/>
          <ac:inkMkLst>
            <pc:docMk/>
            <pc:sldMk cId="715033744" sldId="258"/>
            <ac:inkMk id="63" creationId="{983A3660-E04C-0295-8A0D-010B62DF390B}"/>
          </ac:inkMkLst>
        </pc:inkChg>
        <pc:inkChg chg="add mod">
          <ac:chgData name="Enrique Such Andreu" userId="e6520695-b170-4e64-ac48-377fb551e0cf" providerId="ADAL" clId="{D36D7F7C-E84F-4775-8F94-5EA00C01BC07}" dt="2024-03-11T23:45:56.126" v="459"/>
          <ac:inkMkLst>
            <pc:docMk/>
            <pc:sldMk cId="715033744" sldId="258"/>
            <ac:inkMk id="64" creationId="{74ED8261-5843-8312-746C-6B5DBA9E20ED}"/>
          </ac:inkMkLst>
        </pc:inkChg>
        <pc:inkChg chg="add mod">
          <ac:chgData name="Enrique Such Andreu" userId="e6520695-b170-4e64-ac48-377fb551e0cf" providerId="ADAL" clId="{D36D7F7C-E84F-4775-8F94-5EA00C01BC07}" dt="2024-03-11T23:45:56.126" v="459"/>
          <ac:inkMkLst>
            <pc:docMk/>
            <pc:sldMk cId="715033744" sldId="258"/>
            <ac:inkMk id="65" creationId="{319F73EC-AF21-D6C2-B8EE-760256AA7295}"/>
          </ac:inkMkLst>
        </pc:inkChg>
        <pc:inkChg chg="add mod">
          <ac:chgData name="Enrique Such Andreu" userId="e6520695-b170-4e64-ac48-377fb551e0cf" providerId="ADAL" clId="{D36D7F7C-E84F-4775-8F94-5EA00C01BC07}" dt="2024-03-11T23:45:56.126" v="459"/>
          <ac:inkMkLst>
            <pc:docMk/>
            <pc:sldMk cId="715033744" sldId="258"/>
            <ac:inkMk id="67" creationId="{848E5368-4239-5C04-1A17-D2C8FC547FBD}"/>
          </ac:inkMkLst>
        </pc:inkChg>
        <pc:inkChg chg="add mod">
          <ac:chgData name="Enrique Such Andreu" userId="e6520695-b170-4e64-ac48-377fb551e0cf" providerId="ADAL" clId="{D36D7F7C-E84F-4775-8F94-5EA00C01BC07}" dt="2024-03-11T23:45:56.126" v="459"/>
          <ac:inkMkLst>
            <pc:docMk/>
            <pc:sldMk cId="715033744" sldId="258"/>
            <ac:inkMk id="69" creationId="{7CBB2B8F-40D9-F16F-5C01-7D5F07D2FD50}"/>
          </ac:inkMkLst>
        </pc:inkChg>
        <pc:inkChg chg="add mod">
          <ac:chgData name="Enrique Such Andreu" userId="e6520695-b170-4e64-ac48-377fb551e0cf" providerId="ADAL" clId="{D36D7F7C-E84F-4775-8F94-5EA00C01BC07}" dt="2024-03-11T23:45:56.126" v="459"/>
          <ac:inkMkLst>
            <pc:docMk/>
            <pc:sldMk cId="715033744" sldId="258"/>
            <ac:inkMk id="71" creationId="{FAB54868-85F6-6F20-AE48-B3E68E17FBCA}"/>
          </ac:inkMkLst>
        </pc:inkChg>
        <pc:inkChg chg="add mod">
          <ac:chgData name="Enrique Such Andreu" userId="e6520695-b170-4e64-ac48-377fb551e0cf" providerId="ADAL" clId="{D36D7F7C-E84F-4775-8F94-5EA00C01BC07}" dt="2024-03-11T23:45:56.126" v="459"/>
          <ac:inkMkLst>
            <pc:docMk/>
            <pc:sldMk cId="715033744" sldId="258"/>
            <ac:inkMk id="73" creationId="{CCA99C8B-A9A8-C56B-50C4-A040832A737C}"/>
          </ac:inkMkLst>
        </pc:inkChg>
        <pc:inkChg chg="add mod">
          <ac:chgData name="Enrique Such Andreu" userId="e6520695-b170-4e64-ac48-377fb551e0cf" providerId="ADAL" clId="{D36D7F7C-E84F-4775-8F94-5EA00C01BC07}" dt="2024-03-11T23:58:13.286" v="549" actId="1076"/>
          <ac:inkMkLst>
            <pc:docMk/>
            <pc:sldMk cId="715033744" sldId="258"/>
            <ac:inkMk id="74" creationId="{D799DC91-FD2C-71E5-8C1B-4CA21CD60FB4}"/>
          </ac:inkMkLst>
        </pc:inkChg>
        <pc:inkChg chg="add mod">
          <ac:chgData name="Enrique Such Andreu" userId="e6520695-b170-4e64-ac48-377fb551e0cf" providerId="ADAL" clId="{D36D7F7C-E84F-4775-8F94-5EA00C01BC07}" dt="2024-03-11T23:58:13.286" v="549" actId="1076"/>
          <ac:inkMkLst>
            <pc:docMk/>
            <pc:sldMk cId="715033744" sldId="258"/>
            <ac:inkMk id="76" creationId="{94EEE571-5162-25AD-B75A-EAB1E0B4C608}"/>
          </ac:inkMkLst>
        </pc:inkChg>
        <pc:inkChg chg="add mod">
          <ac:chgData name="Enrique Such Andreu" userId="e6520695-b170-4e64-ac48-377fb551e0cf" providerId="ADAL" clId="{D36D7F7C-E84F-4775-8F94-5EA00C01BC07}" dt="2024-03-11T23:45:56.126" v="459"/>
          <ac:inkMkLst>
            <pc:docMk/>
            <pc:sldMk cId="715033744" sldId="258"/>
            <ac:inkMk id="78" creationId="{1C24490C-3BC6-979F-84B5-A22440C5C767}"/>
          </ac:inkMkLst>
        </pc:inkChg>
      </pc:sldChg>
      <pc:sldChg chg="addSp delSp modSp new mod ord setBg">
        <pc:chgData name="Enrique Such Andreu" userId="e6520695-b170-4e64-ac48-377fb551e0cf" providerId="ADAL" clId="{D36D7F7C-E84F-4775-8F94-5EA00C01BC07}" dt="2024-03-29T18:14:01.138" v="583" actId="9405"/>
        <pc:sldMkLst>
          <pc:docMk/>
          <pc:sldMk cId="512001859" sldId="259"/>
        </pc:sldMkLst>
        <pc:spChg chg="mod">
          <ac:chgData name="Enrique Such Andreu" userId="e6520695-b170-4e64-ac48-377fb551e0cf" providerId="ADAL" clId="{D36D7F7C-E84F-4775-8F94-5EA00C01BC07}" dt="2024-03-12T00:03:30.700" v="569" actId="1076"/>
          <ac:spMkLst>
            <pc:docMk/>
            <pc:sldMk cId="512001859" sldId="259"/>
            <ac:spMk id="2" creationId="{42A8555F-B6ED-4A98-A597-C2869E2B9096}"/>
          </ac:spMkLst>
        </pc:spChg>
        <pc:spChg chg="del">
          <ac:chgData name="Enrique Such Andreu" userId="e6520695-b170-4e64-ac48-377fb551e0cf" providerId="ADAL" clId="{D36D7F7C-E84F-4775-8F94-5EA00C01BC07}" dt="2024-03-04T22:32:43.831" v="353" actId="22"/>
          <ac:spMkLst>
            <pc:docMk/>
            <pc:sldMk cId="512001859" sldId="259"/>
            <ac:spMk id="3" creationId="{D8AFDC10-8F65-232A-64A1-5352FFC5FD8F}"/>
          </ac:spMkLst>
        </pc:spChg>
        <pc:spChg chg="add del mod">
          <ac:chgData name="Enrique Such Andreu" userId="e6520695-b170-4e64-ac48-377fb551e0cf" providerId="ADAL" clId="{D36D7F7C-E84F-4775-8F94-5EA00C01BC07}" dt="2024-03-12T00:01:09.984" v="553" actId="22"/>
          <ac:spMkLst>
            <pc:docMk/>
            <pc:sldMk cId="512001859" sldId="259"/>
            <ac:spMk id="4" creationId="{AE3F3A2F-9C78-F2BD-8734-94868B59FC57}"/>
          </ac:spMkLst>
        </pc:spChg>
        <pc:spChg chg="add del">
          <ac:chgData name="Enrique Such Andreu" userId="e6520695-b170-4e64-ac48-377fb551e0cf" providerId="ADAL" clId="{D36D7F7C-E84F-4775-8F94-5EA00C01BC07}" dt="2024-03-12T00:01:22.481" v="555" actId="26606"/>
          <ac:spMkLst>
            <pc:docMk/>
            <pc:sldMk cId="512001859" sldId="259"/>
            <ac:spMk id="10" creationId="{0BABF38A-8A0D-492E-BD20-6CF4D46B50BD}"/>
          </ac:spMkLst>
        </pc:spChg>
        <pc:spChg chg="add del">
          <ac:chgData name="Enrique Such Andreu" userId="e6520695-b170-4e64-ac48-377fb551e0cf" providerId="ADAL" clId="{D36D7F7C-E84F-4775-8F94-5EA00C01BC07}" dt="2024-03-12T00:01:22.481" v="555" actId="26606"/>
          <ac:spMkLst>
            <pc:docMk/>
            <pc:sldMk cId="512001859" sldId="259"/>
            <ac:spMk id="14" creationId="{310E06F9-9F12-4D1B-92C0-4B30818D093E}"/>
          </ac:spMkLst>
        </pc:spChg>
        <pc:spChg chg="add del">
          <ac:chgData name="Enrique Such Andreu" userId="e6520695-b170-4e64-ac48-377fb551e0cf" providerId="ADAL" clId="{D36D7F7C-E84F-4775-8F94-5EA00C01BC07}" dt="2024-03-12T00:01:22.481" v="555" actId="26606"/>
          <ac:spMkLst>
            <pc:docMk/>
            <pc:sldMk cId="512001859" sldId="259"/>
            <ac:spMk id="16" creationId="{8F5EFE88-F6A7-4B53-AF99-227DFC56A032}"/>
          </ac:spMkLst>
        </pc:spChg>
        <pc:spChg chg="add del mod">
          <ac:chgData name="Enrique Such Andreu" userId="e6520695-b170-4e64-ac48-377fb551e0cf" providerId="ADAL" clId="{D36D7F7C-E84F-4775-8F94-5EA00C01BC07}" dt="2024-03-12T00:02:17.214" v="561" actId="478"/>
          <ac:spMkLst>
            <pc:docMk/>
            <pc:sldMk cId="512001859" sldId="259"/>
            <ac:spMk id="17" creationId="{93F258DD-E209-447E-A045-F4E2D9F1810B}"/>
          </ac:spMkLst>
        </pc:spChg>
        <pc:spChg chg="add del">
          <ac:chgData name="Enrique Such Andreu" userId="e6520695-b170-4e64-ac48-377fb551e0cf" providerId="ADAL" clId="{D36D7F7C-E84F-4775-8F94-5EA00C01BC07}" dt="2024-03-12T00:01:22.481" v="555" actId="26606"/>
          <ac:spMkLst>
            <pc:docMk/>
            <pc:sldMk cId="512001859" sldId="259"/>
            <ac:spMk id="18" creationId="{BF9AF5CF-AE21-453A-8D3F-6D9FC64A18B2}"/>
          </ac:spMkLst>
        </pc:spChg>
        <pc:spChg chg="add del">
          <ac:chgData name="Enrique Such Andreu" userId="e6520695-b170-4e64-ac48-377fb551e0cf" providerId="ADAL" clId="{D36D7F7C-E84F-4775-8F94-5EA00C01BC07}" dt="2024-03-12T00:01:22.481" v="555" actId="26606"/>
          <ac:spMkLst>
            <pc:docMk/>
            <pc:sldMk cId="512001859" sldId="259"/>
            <ac:spMk id="20" creationId="{F18A41FE-6F14-49D2-8C0F-56A351A98EA1}"/>
          </ac:spMkLst>
        </pc:spChg>
        <pc:spChg chg="add del mod">
          <ac:chgData name="Enrique Such Andreu" userId="e6520695-b170-4e64-ac48-377fb551e0cf" providerId="ADAL" clId="{D36D7F7C-E84F-4775-8F94-5EA00C01BC07}" dt="2024-03-12T00:01:54.605" v="557" actId="22"/>
          <ac:spMkLst>
            <pc:docMk/>
            <pc:sldMk cId="512001859" sldId="259"/>
            <ac:spMk id="24" creationId="{0B9D1EE8-0DA0-BCF4-70B4-50E32A34CD09}"/>
          </ac:spMkLst>
        </pc:spChg>
        <pc:spChg chg="add">
          <ac:chgData name="Enrique Such Andreu" userId="e6520695-b170-4e64-ac48-377fb551e0cf" providerId="ADAL" clId="{D36D7F7C-E84F-4775-8F94-5EA00C01BC07}" dt="2024-03-12T00:01:22.481" v="555" actId="26606"/>
          <ac:spMkLst>
            <pc:docMk/>
            <pc:sldMk cId="512001859" sldId="259"/>
            <ac:spMk id="27" creationId="{8651CFA9-6065-4243-AC48-858E359780B1}"/>
          </ac:spMkLst>
        </pc:spChg>
        <pc:spChg chg="add">
          <ac:chgData name="Enrique Such Andreu" userId="e6520695-b170-4e64-ac48-377fb551e0cf" providerId="ADAL" clId="{D36D7F7C-E84F-4775-8F94-5EA00C01BC07}" dt="2024-03-12T00:01:22.481" v="555" actId="26606"/>
          <ac:spMkLst>
            <pc:docMk/>
            <pc:sldMk cId="512001859" sldId="259"/>
            <ac:spMk id="29" creationId="{FBC8BBE5-981E-4B0B-9654-32B5668BFF31}"/>
          </ac:spMkLst>
        </pc:spChg>
        <pc:spChg chg="add">
          <ac:chgData name="Enrique Such Andreu" userId="e6520695-b170-4e64-ac48-377fb551e0cf" providerId="ADAL" clId="{D36D7F7C-E84F-4775-8F94-5EA00C01BC07}" dt="2024-03-12T00:01:22.481" v="555" actId="26606"/>
          <ac:spMkLst>
            <pc:docMk/>
            <pc:sldMk cId="512001859" sldId="259"/>
            <ac:spMk id="31" creationId="{592DB257-3E16-4A3C-9E28-4682828127AD}"/>
          </ac:spMkLst>
        </pc:spChg>
        <pc:spChg chg="add">
          <ac:chgData name="Enrique Such Andreu" userId="e6520695-b170-4e64-ac48-377fb551e0cf" providerId="ADAL" clId="{D36D7F7C-E84F-4775-8F94-5EA00C01BC07}" dt="2024-03-12T00:01:22.481" v="555" actId="26606"/>
          <ac:spMkLst>
            <pc:docMk/>
            <pc:sldMk cId="512001859" sldId="259"/>
            <ac:spMk id="33" creationId="{487685E6-1160-459B-8C70-301404C06C23}"/>
          </ac:spMkLst>
        </pc:spChg>
        <pc:spChg chg="add">
          <ac:chgData name="Enrique Such Andreu" userId="e6520695-b170-4e64-ac48-377fb551e0cf" providerId="ADAL" clId="{D36D7F7C-E84F-4775-8F94-5EA00C01BC07}" dt="2024-03-12T00:01:22.481" v="555" actId="26606"/>
          <ac:spMkLst>
            <pc:docMk/>
            <pc:sldMk cId="512001859" sldId="259"/>
            <ac:spMk id="35" creationId="{094C9708-F6A4-4956-B261-A4A2C4DFEBF7}"/>
          </ac:spMkLst>
        </pc:spChg>
        <pc:picChg chg="add del mod ord">
          <ac:chgData name="Enrique Such Andreu" userId="e6520695-b170-4e64-ac48-377fb551e0cf" providerId="ADAL" clId="{D36D7F7C-E84F-4775-8F94-5EA00C01BC07}" dt="2024-03-12T00:01:02.572" v="550" actId="478"/>
          <ac:picMkLst>
            <pc:docMk/>
            <pc:sldMk cId="512001859" sldId="259"/>
            <ac:picMk id="5" creationId="{F4515B16-870B-D57B-2DC7-501CA867D71B}"/>
          </ac:picMkLst>
        </pc:picChg>
        <pc:picChg chg="add del">
          <ac:chgData name="Enrique Such Andreu" userId="e6520695-b170-4e64-ac48-377fb551e0cf" providerId="ADAL" clId="{D36D7F7C-E84F-4775-8F94-5EA00C01BC07}" dt="2024-03-12T00:01:06.258" v="552" actId="478"/>
          <ac:picMkLst>
            <pc:docMk/>
            <pc:sldMk cId="512001859" sldId="259"/>
            <ac:picMk id="7" creationId="{03CB7A83-8EA0-25B0-DD27-0ADFDD6826E3}"/>
          </ac:picMkLst>
        </pc:picChg>
        <pc:picChg chg="add mod ord">
          <ac:chgData name="Enrique Such Andreu" userId="e6520695-b170-4e64-ac48-377fb551e0cf" providerId="ADAL" clId="{D36D7F7C-E84F-4775-8F94-5EA00C01BC07}" dt="2024-03-12T00:01:22.481" v="555" actId="26606"/>
          <ac:picMkLst>
            <pc:docMk/>
            <pc:sldMk cId="512001859" sldId="259"/>
            <ac:picMk id="9" creationId="{028C655A-F6A9-1A2F-B1A2-F05F94B623ED}"/>
          </ac:picMkLst>
        </pc:picChg>
        <pc:picChg chg="add del">
          <ac:chgData name="Enrique Such Andreu" userId="e6520695-b170-4e64-ac48-377fb551e0cf" providerId="ADAL" clId="{D36D7F7C-E84F-4775-8F94-5EA00C01BC07}" dt="2024-03-12T00:01:22.481" v="555" actId="26606"/>
          <ac:picMkLst>
            <pc:docMk/>
            <pc:sldMk cId="512001859" sldId="259"/>
            <ac:picMk id="12" creationId="{1CB7E8AE-A3AC-4BB7-A5C6-F00EC697B265}"/>
          </ac:picMkLst>
        </pc:picChg>
        <pc:picChg chg="add del mod ord">
          <ac:chgData name="Enrique Such Andreu" userId="e6520695-b170-4e64-ac48-377fb551e0cf" providerId="ADAL" clId="{D36D7F7C-E84F-4775-8F94-5EA00C01BC07}" dt="2024-03-12T00:01:56.310" v="558" actId="478"/>
          <ac:picMkLst>
            <pc:docMk/>
            <pc:sldMk cId="512001859" sldId="259"/>
            <ac:picMk id="13" creationId="{E1143F4A-CC3B-184C-EB53-D94297F67878}"/>
          </ac:picMkLst>
        </pc:picChg>
        <pc:inkChg chg="add">
          <ac:chgData name="Enrique Such Andreu" userId="e6520695-b170-4e64-ac48-377fb551e0cf" providerId="ADAL" clId="{D36D7F7C-E84F-4775-8F94-5EA00C01BC07}" dt="2024-03-29T18:14:01.138" v="583" actId="9405"/>
          <ac:inkMkLst>
            <pc:docMk/>
            <pc:sldMk cId="512001859" sldId="259"/>
            <ac:inkMk id="3" creationId="{55BBDDBB-4E52-8218-C726-F6FAFE8EC17F}"/>
          </ac:inkMkLst>
        </pc:inkChg>
      </pc:sldChg>
      <pc:sldChg chg="addSp delSp modSp add mod ord">
        <pc:chgData name="Enrique Such Andreu" userId="e6520695-b170-4e64-ac48-377fb551e0cf" providerId="ADAL" clId="{D36D7F7C-E84F-4775-8F94-5EA00C01BC07}" dt="2024-03-29T18:14:56.197" v="584" actId="9405"/>
        <pc:sldMkLst>
          <pc:docMk/>
          <pc:sldMk cId="752776937" sldId="260"/>
        </pc:sldMkLst>
        <pc:spChg chg="mod">
          <ac:chgData name="Enrique Such Andreu" userId="e6520695-b170-4e64-ac48-377fb551e0cf" providerId="ADAL" clId="{D36D7F7C-E84F-4775-8F94-5EA00C01BC07}" dt="2024-03-12T00:02:43.674" v="563" actId="255"/>
          <ac:spMkLst>
            <pc:docMk/>
            <pc:sldMk cId="752776937" sldId="260"/>
            <ac:spMk id="2" creationId="{361AF0EB-229A-0255-2E95-96C2B85B13C1}"/>
          </ac:spMkLst>
        </pc:spChg>
        <pc:spChg chg="mod">
          <ac:chgData name="Enrique Such Andreu" userId="e6520695-b170-4e64-ac48-377fb551e0cf" providerId="ADAL" clId="{D36D7F7C-E84F-4775-8F94-5EA00C01BC07}" dt="2024-03-12T00:04:46.572" v="577" actId="1076"/>
          <ac:spMkLst>
            <pc:docMk/>
            <pc:sldMk cId="752776937" sldId="260"/>
            <ac:spMk id="12" creationId="{D6A5B657-4371-8BE0-A375-E69F16416ED8}"/>
          </ac:spMkLst>
        </pc:spChg>
        <pc:spChg chg="add del mod">
          <ac:chgData name="Enrique Such Andreu" userId="e6520695-b170-4e64-ac48-377fb551e0cf" providerId="ADAL" clId="{D36D7F7C-E84F-4775-8F94-5EA00C01BC07}" dt="2024-03-11T23:50:40.799" v="504" actId="22"/>
          <ac:spMkLst>
            <pc:docMk/>
            <pc:sldMk cId="752776937" sldId="260"/>
            <ac:spMk id="19" creationId="{7F2CA09C-9821-459F-3802-9AD1B56323A1}"/>
          </ac:spMkLst>
        </pc:spChg>
        <pc:grpChg chg="del">
          <ac:chgData name="Enrique Such Andreu" userId="e6520695-b170-4e64-ac48-377fb551e0cf" providerId="ADAL" clId="{D36D7F7C-E84F-4775-8F94-5EA00C01BC07}" dt="2024-03-11T23:48:27.335" v="498" actId="478"/>
          <ac:grpSpMkLst>
            <pc:docMk/>
            <pc:sldMk cId="752776937" sldId="260"/>
            <ac:grpSpMk id="13" creationId="{A65E11E5-9AE8-3C63-3A37-1C9D5E1DFC3F}"/>
          </ac:grpSpMkLst>
        </pc:grpChg>
        <pc:grpChg chg="del">
          <ac:chgData name="Enrique Such Andreu" userId="e6520695-b170-4e64-ac48-377fb551e0cf" providerId="ADAL" clId="{D36D7F7C-E84F-4775-8F94-5EA00C01BC07}" dt="2024-03-11T23:48:37.383" v="501" actId="478"/>
          <ac:grpSpMkLst>
            <pc:docMk/>
            <pc:sldMk cId="752776937" sldId="260"/>
            <ac:grpSpMk id="28" creationId="{256A2BD4-9A06-0484-D814-D9B00BA013FE}"/>
          </ac:grpSpMkLst>
        </pc:grpChg>
        <pc:grpChg chg="del">
          <ac:chgData name="Enrique Such Andreu" userId="e6520695-b170-4e64-ac48-377fb551e0cf" providerId="ADAL" clId="{D36D7F7C-E84F-4775-8F94-5EA00C01BC07}" dt="2024-03-11T23:48:27.335" v="498" actId="478"/>
          <ac:grpSpMkLst>
            <pc:docMk/>
            <pc:sldMk cId="752776937" sldId="260"/>
            <ac:grpSpMk id="49" creationId="{FDEDDAE6-C4D9-E0E5-1BCA-477FA667070B}"/>
          </ac:grpSpMkLst>
        </pc:grpChg>
        <pc:grpChg chg="del">
          <ac:chgData name="Enrique Such Andreu" userId="e6520695-b170-4e64-ac48-377fb551e0cf" providerId="ADAL" clId="{D36D7F7C-E84F-4775-8F94-5EA00C01BC07}" dt="2024-03-11T23:48:27.335" v="498" actId="478"/>
          <ac:grpSpMkLst>
            <pc:docMk/>
            <pc:sldMk cId="752776937" sldId="260"/>
            <ac:grpSpMk id="59" creationId="{6C499850-53FD-D130-3893-CDE789F15584}"/>
          </ac:grpSpMkLst>
        </pc:grpChg>
        <pc:grpChg chg="del">
          <ac:chgData name="Enrique Such Andreu" userId="e6520695-b170-4e64-ac48-377fb551e0cf" providerId="ADAL" clId="{D36D7F7C-E84F-4775-8F94-5EA00C01BC07}" dt="2024-03-11T23:48:27.335" v="498" actId="478"/>
          <ac:grpSpMkLst>
            <pc:docMk/>
            <pc:sldMk cId="752776937" sldId="260"/>
            <ac:grpSpMk id="79" creationId="{5E93EB5F-EDEB-F98B-3BC7-3919007207ED}"/>
          </ac:grpSpMkLst>
        </pc:grpChg>
        <pc:picChg chg="del">
          <ac:chgData name="Enrique Such Andreu" userId="e6520695-b170-4e64-ac48-377fb551e0cf" providerId="ADAL" clId="{D36D7F7C-E84F-4775-8F94-5EA00C01BC07}" dt="2024-03-11T23:48:03.430" v="493" actId="478"/>
          <ac:picMkLst>
            <pc:docMk/>
            <pc:sldMk cId="752776937" sldId="260"/>
            <ac:picMk id="5" creationId="{7FD3F543-6FD7-BEF0-0709-F6CD1586EBF3}"/>
          </ac:picMkLst>
        </pc:picChg>
        <pc:picChg chg="del">
          <ac:chgData name="Enrique Such Andreu" userId="e6520695-b170-4e64-ac48-377fb551e0cf" providerId="ADAL" clId="{D36D7F7C-E84F-4775-8F94-5EA00C01BC07}" dt="2024-03-11T23:48:15.110" v="496" actId="478"/>
          <ac:picMkLst>
            <pc:docMk/>
            <pc:sldMk cId="752776937" sldId="260"/>
            <ac:picMk id="7" creationId="{F704B65F-F696-5E61-3EB0-D23281B4ACE2}"/>
          </ac:picMkLst>
        </pc:picChg>
        <pc:picChg chg="del">
          <ac:chgData name="Enrique Such Andreu" userId="e6520695-b170-4e64-ac48-377fb551e0cf" providerId="ADAL" clId="{D36D7F7C-E84F-4775-8F94-5EA00C01BC07}" dt="2024-03-11T23:48:17.287" v="497" actId="478"/>
          <ac:picMkLst>
            <pc:docMk/>
            <pc:sldMk cId="752776937" sldId="260"/>
            <ac:picMk id="9" creationId="{9B7835AF-2578-53C9-6BBA-1C826C0400F5}"/>
          </ac:picMkLst>
        </pc:picChg>
        <pc:picChg chg="del">
          <ac:chgData name="Enrique Such Andreu" userId="e6520695-b170-4e64-ac48-377fb551e0cf" providerId="ADAL" clId="{D36D7F7C-E84F-4775-8F94-5EA00C01BC07}" dt="2024-03-11T23:48:07.107" v="494" actId="478"/>
          <ac:picMkLst>
            <pc:docMk/>
            <pc:sldMk cId="752776937" sldId="260"/>
            <ac:picMk id="11" creationId="{9FC4D813-A3E4-C84D-4C69-7F0E46EA4ED1}"/>
          </ac:picMkLst>
        </pc:picChg>
        <pc:picChg chg="add mod ord">
          <ac:chgData name="Enrique Such Andreu" userId="e6520695-b170-4e64-ac48-377fb551e0cf" providerId="ADAL" clId="{D36D7F7C-E84F-4775-8F94-5EA00C01BC07}" dt="2024-03-11T23:55:00.982" v="538" actId="1076"/>
          <ac:picMkLst>
            <pc:docMk/>
            <pc:sldMk cId="752776937" sldId="260"/>
            <ac:picMk id="22" creationId="{49DD7502-9964-6580-819B-A49653771BD5}"/>
          </ac:picMkLst>
        </pc:picChg>
        <pc:picChg chg="add mod">
          <ac:chgData name="Enrique Such Andreu" userId="e6520695-b170-4e64-ac48-377fb551e0cf" providerId="ADAL" clId="{D36D7F7C-E84F-4775-8F94-5EA00C01BC07}" dt="2024-03-11T23:54:40.125" v="533" actId="1076"/>
          <ac:picMkLst>
            <pc:docMk/>
            <pc:sldMk cId="752776937" sldId="260"/>
            <ac:picMk id="25" creationId="{7AA2EEB4-0A04-EE03-35A0-A0620C8E30C5}"/>
          </ac:picMkLst>
        </pc:picChg>
        <pc:picChg chg="add mod">
          <ac:chgData name="Enrique Such Andreu" userId="e6520695-b170-4e64-ac48-377fb551e0cf" providerId="ADAL" clId="{D36D7F7C-E84F-4775-8F94-5EA00C01BC07}" dt="2024-03-11T23:55:19.761" v="542" actId="1076"/>
          <ac:picMkLst>
            <pc:docMk/>
            <pc:sldMk cId="752776937" sldId="260"/>
            <ac:picMk id="29" creationId="{9802D06E-196E-FEC8-29C8-1D2CC9DF0748}"/>
          </ac:picMkLst>
        </pc:picChg>
        <pc:picChg chg="add mod">
          <ac:chgData name="Enrique Such Andreu" userId="e6520695-b170-4e64-ac48-377fb551e0cf" providerId="ADAL" clId="{D36D7F7C-E84F-4775-8F94-5EA00C01BC07}" dt="2024-03-12T00:04:43.361" v="576" actId="1076"/>
          <ac:picMkLst>
            <pc:docMk/>
            <pc:sldMk cId="752776937" sldId="260"/>
            <ac:picMk id="1026" creationId="{328917E1-844B-0704-71E8-843F70AEB21B}"/>
          </ac:picMkLst>
        </pc:picChg>
        <pc:inkChg chg="add">
          <ac:chgData name="Enrique Such Andreu" userId="e6520695-b170-4e64-ac48-377fb551e0cf" providerId="ADAL" clId="{D36D7F7C-E84F-4775-8F94-5EA00C01BC07}" dt="2024-03-29T18:14:56.197" v="584" actId="9405"/>
          <ac:inkMkLst>
            <pc:docMk/>
            <pc:sldMk cId="752776937" sldId="260"/>
            <ac:inkMk id="3" creationId="{409FBD54-F5A5-BB2D-6821-74F65E1B5E1C}"/>
          </ac:inkMkLst>
        </pc:inkChg>
        <pc:inkChg chg="del">
          <ac:chgData name="Enrique Such Andreu" userId="e6520695-b170-4e64-ac48-377fb551e0cf" providerId="ADAL" clId="{D36D7F7C-E84F-4775-8F94-5EA00C01BC07}" dt="2024-03-11T23:48:27.335" v="498" actId="478"/>
          <ac:inkMkLst>
            <pc:docMk/>
            <pc:sldMk cId="752776937" sldId="260"/>
            <ac:inkMk id="3" creationId="{43ECECA5-427A-26BC-D573-2EC74C25C1E6}"/>
          </ac:inkMkLst>
        </pc:inkChg>
        <pc:inkChg chg="del">
          <ac:chgData name="Enrique Such Andreu" userId="e6520695-b170-4e64-ac48-377fb551e0cf" providerId="ADAL" clId="{D36D7F7C-E84F-4775-8F94-5EA00C01BC07}" dt="2024-03-11T23:48:27.335" v="498" actId="478"/>
          <ac:inkMkLst>
            <pc:docMk/>
            <pc:sldMk cId="752776937" sldId="260"/>
            <ac:inkMk id="14" creationId="{EFFF88FD-735C-CA27-5E96-FDC115DA3C51}"/>
          </ac:inkMkLst>
        </pc:inkChg>
        <pc:inkChg chg="del">
          <ac:chgData name="Enrique Such Andreu" userId="e6520695-b170-4e64-ac48-377fb551e0cf" providerId="ADAL" clId="{D36D7F7C-E84F-4775-8F94-5EA00C01BC07}" dt="2024-03-11T23:48:27.335" v="498" actId="478"/>
          <ac:inkMkLst>
            <pc:docMk/>
            <pc:sldMk cId="752776937" sldId="260"/>
            <ac:inkMk id="24" creationId="{5831AF0E-9783-3E9F-E704-A2DF39894ABD}"/>
          </ac:inkMkLst>
        </pc:inkChg>
        <pc:inkChg chg="del">
          <ac:chgData name="Enrique Such Andreu" userId="e6520695-b170-4e64-ac48-377fb551e0cf" providerId="ADAL" clId="{D36D7F7C-E84F-4775-8F94-5EA00C01BC07}" dt="2024-03-11T23:48:27.335" v="498" actId="478"/>
          <ac:inkMkLst>
            <pc:docMk/>
            <pc:sldMk cId="752776937" sldId="260"/>
            <ac:inkMk id="34" creationId="{02860688-D02D-C777-AA5A-DB41D9F78AAA}"/>
          </ac:inkMkLst>
        </pc:inkChg>
        <pc:inkChg chg="del">
          <ac:chgData name="Enrique Such Andreu" userId="e6520695-b170-4e64-ac48-377fb551e0cf" providerId="ADAL" clId="{D36D7F7C-E84F-4775-8F94-5EA00C01BC07}" dt="2024-03-11T23:48:27.335" v="498" actId="478"/>
          <ac:inkMkLst>
            <pc:docMk/>
            <pc:sldMk cId="752776937" sldId="260"/>
            <ac:inkMk id="41" creationId="{C5F66D8C-F975-2D69-5C7E-7AF18750E20A}"/>
          </ac:inkMkLst>
        </pc:inkChg>
        <pc:inkChg chg="del">
          <ac:chgData name="Enrique Such Andreu" userId="e6520695-b170-4e64-ac48-377fb551e0cf" providerId="ADAL" clId="{D36D7F7C-E84F-4775-8F94-5EA00C01BC07}" dt="2024-03-11T23:48:38.193" v="502" actId="478"/>
          <ac:inkMkLst>
            <pc:docMk/>
            <pc:sldMk cId="752776937" sldId="260"/>
            <ac:inkMk id="43" creationId="{16DE95CA-A0E3-BB63-1FB8-D3619B7192C3}"/>
          </ac:inkMkLst>
        </pc:inkChg>
        <pc:inkChg chg="del">
          <ac:chgData name="Enrique Such Andreu" userId="e6520695-b170-4e64-ac48-377fb551e0cf" providerId="ADAL" clId="{D36D7F7C-E84F-4775-8F94-5EA00C01BC07}" dt="2024-03-11T23:48:27.335" v="498" actId="478"/>
          <ac:inkMkLst>
            <pc:docMk/>
            <pc:sldMk cId="752776937" sldId="260"/>
            <ac:inkMk id="44" creationId="{E4D0CFB3-5323-A5ED-99EA-B06A0EA6DA95}"/>
          </ac:inkMkLst>
        </pc:inkChg>
        <pc:inkChg chg="del">
          <ac:chgData name="Enrique Such Andreu" userId="e6520695-b170-4e64-ac48-377fb551e0cf" providerId="ADAL" clId="{D36D7F7C-E84F-4775-8F94-5EA00C01BC07}" dt="2024-03-11T23:48:27.335" v="498" actId="478"/>
          <ac:inkMkLst>
            <pc:docMk/>
            <pc:sldMk cId="752776937" sldId="260"/>
            <ac:inkMk id="45" creationId="{4BD6C40F-4A04-D637-5128-18401F891552}"/>
          </ac:inkMkLst>
        </pc:inkChg>
        <pc:inkChg chg="del mod">
          <ac:chgData name="Enrique Such Andreu" userId="e6520695-b170-4e64-ac48-377fb551e0cf" providerId="ADAL" clId="{D36D7F7C-E84F-4775-8F94-5EA00C01BC07}" dt="2024-03-11T23:48:35.496" v="500" actId="478"/>
          <ac:inkMkLst>
            <pc:docMk/>
            <pc:sldMk cId="752776937" sldId="260"/>
            <ac:inkMk id="50" creationId="{6C039A2E-A5A9-714E-85D7-F32086AF9BA4}"/>
          </ac:inkMkLst>
        </pc:inkChg>
        <pc:inkChg chg="del">
          <ac:chgData name="Enrique Such Andreu" userId="e6520695-b170-4e64-ac48-377fb551e0cf" providerId="ADAL" clId="{D36D7F7C-E84F-4775-8F94-5EA00C01BC07}" dt="2024-03-11T23:48:27.335" v="498" actId="478"/>
          <ac:inkMkLst>
            <pc:docMk/>
            <pc:sldMk cId="752776937" sldId="260"/>
            <ac:inkMk id="60" creationId="{D47BFDD5-C09A-455F-2441-DFFC883A83B7}"/>
          </ac:inkMkLst>
        </pc:inkChg>
        <pc:inkChg chg="del">
          <ac:chgData name="Enrique Such Andreu" userId="e6520695-b170-4e64-ac48-377fb551e0cf" providerId="ADAL" clId="{D36D7F7C-E84F-4775-8F94-5EA00C01BC07}" dt="2024-03-11T23:48:27.335" v="498" actId="478"/>
          <ac:inkMkLst>
            <pc:docMk/>
            <pc:sldMk cId="752776937" sldId="260"/>
            <ac:inkMk id="62" creationId="{6473F56F-E68A-635C-D337-3FC162EEBA78}"/>
          </ac:inkMkLst>
        </pc:inkChg>
        <pc:inkChg chg="del">
          <ac:chgData name="Enrique Such Andreu" userId="e6520695-b170-4e64-ac48-377fb551e0cf" providerId="ADAL" clId="{D36D7F7C-E84F-4775-8F94-5EA00C01BC07}" dt="2024-03-11T23:48:27.335" v="498" actId="478"/>
          <ac:inkMkLst>
            <pc:docMk/>
            <pc:sldMk cId="752776937" sldId="260"/>
            <ac:inkMk id="74" creationId="{D799DC91-FD2C-71E5-8C1B-4CA21CD60FB4}"/>
          </ac:inkMkLst>
        </pc:inkChg>
        <pc:inkChg chg="del">
          <ac:chgData name="Enrique Such Andreu" userId="e6520695-b170-4e64-ac48-377fb551e0cf" providerId="ADAL" clId="{D36D7F7C-E84F-4775-8F94-5EA00C01BC07}" dt="2024-03-11T23:48:27.335" v="498" actId="478"/>
          <ac:inkMkLst>
            <pc:docMk/>
            <pc:sldMk cId="752776937" sldId="260"/>
            <ac:inkMk id="76" creationId="{94EEE571-5162-25AD-B75A-EAB1E0B4C608}"/>
          </ac:inkMkLst>
        </pc:inkChg>
      </pc:sldChg>
      <pc:sldChg chg="addSp delSp modSp new mod setBg">
        <pc:chgData name="Enrique Such Andreu" userId="e6520695-b170-4e64-ac48-377fb551e0cf" providerId="ADAL" clId="{D36D7F7C-E84F-4775-8F94-5EA00C01BC07}" dt="2024-03-31T00:12:10.040" v="617" actId="1076"/>
        <pc:sldMkLst>
          <pc:docMk/>
          <pc:sldMk cId="295775986" sldId="261"/>
        </pc:sldMkLst>
        <pc:spChg chg="mod">
          <ac:chgData name="Enrique Such Andreu" userId="e6520695-b170-4e64-ac48-377fb551e0cf" providerId="ADAL" clId="{D36D7F7C-E84F-4775-8F94-5EA00C01BC07}" dt="2024-03-31T00:12:05.376" v="616" actId="1076"/>
          <ac:spMkLst>
            <pc:docMk/>
            <pc:sldMk cId="295775986" sldId="261"/>
            <ac:spMk id="2" creationId="{16625C6C-F219-7910-AD02-E264D422780C}"/>
          </ac:spMkLst>
        </pc:spChg>
        <pc:spChg chg="del">
          <ac:chgData name="Enrique Such Andreu" userId="e6520695-b170-4e64-ac48-377fb551e0cf" providerId="ADAL" clId="{D36D7F7C-E84F-4775-8F94-5EA00C01BC07}" dt="2024-03-31T00:10:29.018" v="611" actId="22"/>
          <ac:spMkLst>
            <pc:docMk/>
            <pc:sldMk cId="295775986" sldId="261"/>
            <ac:spMk id="3" creationId="{3939C610-21FD-FE66-EF59-F1C9DDD6AE1B}"/>
          </ac:spMkLst>
        </pc:spChg>
        <pc:spChg chg="add">
          <ac:chgData name="Enrique Such Andreu" userId="e6520695-b170-4e64-ac48-377fb551e0cf" providerId="ADAL" clId="{D36D7F7C-E84F-4775-8F94-5EA00C01BC07}" dt="2024-03-31T00:10:59.196" v="612" actId="26606"/>
          <ac:spMkLst>
            <pc:docMk/>
            <pc:sldMk cId="295775986" sldId="261"/>
            <ac:spMk id="10" creationId="{0BABF38A-8A0D-492E-BD20-6CF4D46B50BD}"/>
          </ac:spMkLst>
        </pc:spChg>
        <pc:spChg chg="add">
          <ac:chgData name="Enrique Such Andreu" userId="e6520695-b170-4e64-ac48-377fb551e0cf" providerId="ADAL" clId="{D36D7F7C-E84F-4775-8F94-5EA00C01BC07}" dt="2024-03-31T00:10:59.196" v="612" actId="26606"/>
          <ac:spMkLst>
            <pc:docMk/>
            <pc:sldMk cId="295775986" sldId="261"/>
            <ac:spMk id="14" creationId="{F1174801-1395-44C5-9B00-CCAC45C056E7}"/>
          </ac:spMkLst>
        </pc:spChg>
        <pc:spChg chg="add">
          <ac:chgData name="Enrique Such Andreu" userId="e6520695-b170-4e64-ac48-377fb551e0cf" providerId="ADAL" clId="{D36D7F7C-E84F-4775-8F94-5EA00C01BC07}" dt="2024-03-31T00:10:59.196" v="612" actId="26606"/>
          <ac:spMkLst>
            <pc:docMk/>
            <pc:sldMk cId="295775986" sldId="261"/>
            <ac:spMk id="16" creationId="{8BADB362-9771-4A3C-B9E5-6777F34C5041}"/>
          </ac:spMkLst>
        </pc:spChg>
        <pc:spChg chg="add">
          <ac:chgData name="Enrique Such Andreu" userId="e6520695-b170-4e64-ac48-377fb551e0cf" providerId="ADAL" clId="{D36D7F7C-E84F-4775-8F94-5EA00C01BC07}" dt="2024-03-31T00:10:59.196" v="612" actId="26606"/>
          <ac:spMkLst>
            <pc:docMk/>
            <pc:sldMk cId="295775986" sldId="261"/>
            <ac:spMk id="18" creationId="{EE0EF321-8351-49AB-BA30-A90615C80EEA}"/>
          </ac:spMkLst>
        </pc:spChg>
        <pc:spChg chg="add">
          <ac:chgData name="Enrique Such Andreu" userId="e6520695-b170-4e64-ac48-377fb551e0cf" providerId="ADAL" clId="{D36D7F7C-E84F-4775-8F94-5EA00C01BC07}" dt="2024-03-31T00:10:59.196" v="612" actId="26606"/>
          <ac:spMkLst>
            <pc:docMk/>
            <pc:sldMk cId="295775986" sldId="261"/>
            <ac:spMk id="20" creationId="{7F729D3C-986A-4A27-A9FF-0A07A0959FEA}"/>
          </ac:spMkLst>
        </pc:spChg>
        <pc:picChg chg="add mod ord">
          <ac:chgData name="Enrique Such Andreu" userId="e6520695-b170-4e64-ac48-377fb551e0cf" providerId="ADAL" clId="{D36D7F7C-E84F-4775-8F94-5EA00C01BC07}" dt="2024-03-31T00:12:10.040" v="617" actId="1076"/>
          <ac:picMkLst>
            <pc:docMk/>
            <pc:sldMk cId="295775986" sldId="261"/>
            <ac:picMk id="5" creationId="{C743A22B-A17C-137F-CBCF-AB56954E59E3}"/>
          </ac:picMkLst>
        </pc:picChg>
        <pc:picChg chg="add">
          <ac:chgData name="Enrique Such Andreu" userId="e6520695-b170-4e64-ac48-377fb551e0cf" providerId="ADAL" clId="{D36D7F7C-E84F-4775-8F94-5EA00C01BC07}" dt="2024-03-31T00:10:59.196" v="612" actId="26606"/>
          <ac:picMkLst>
            <pc:docMk/>
            <pc:sldMk cId="295775986" sldId="261"/>
            <ac:picMk id="12" creationId="{1CB7E8AE-A3AC-4BB7-A5C6-F00EC697B265}"/>
          </ac:picMkLst>
        </pc:picChg>
      </pc:sldChg>
      <pc:sldMasterChg chg="add del addSldLayout delSldLayout">
        <pc:chgData name="Enrique Such Andreu" userId="e6520695-b170-4e64-ac48-377fb551e0cf" providerId="ADAL" clId="{D36D7F7C-E84F-4775-8F94-5EA00C01BC07}" dt="2024-02-26T18:31:50.839" v="35" actId="26606"/>
        <pc:sldMasterMkLst>
          <pc:docMk/>
          <pc:sldMasterMk cId="1737626151" sldId="2147483648"/>
        </pc:sldMasterMkLst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1737626151" sldId="2147483648"/>
            <pc:sldLayoutMk cId="3641997288" sldId="2147483649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1737626151" sldId="2147483648"/>
            <pc:sldLayoutMk cId="3811152148" sldId="2147483650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1737626151" sldId="2147483648"/>
            <pc:sldLayoutMk cId="1662608739" sldId="2147483651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1737626151" sldId="2147483648"/>
            <pc:sldLayoutMk cId="3891122225" sldId="2147483652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1737626151" sldId="2147483648"/>
            <pc:sldLayoutMk cId="1673629883" sldId="2147483653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1737626151" sldId="2147483648"/>
            <pc:sldLayoutMk cId="324088092" sldId="2147483654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1737626151" sldId="2147483648"/>
            <pc:sldLayoutMk cId="1274760004" sldId="2147483655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1737626151" sldId="2147483648"/>
            <pc:sldLayoutMk cId="4215294255" sldId="2147483656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1737626151" sldId="2147483648"/>
            <pc:sldLayoutMk cId="357709178" sldId="2147483657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1737626151" sldId="2147483648"/>
            <pc:sldLayoutMk cId="2915742665" sldId="2147483658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1737626151" sldId="2147483648"/>
            <pc:sldLayoutMk cId="1908611772" sldId="2147483659"/>
          </pc:sldLayoutMkLst>
        </pc:sldLayoutChg>
      </pc:sldMasterChg>
      <pc:sldMasterChg chg="add del addSldLayout delSldLayout">
        <pc:chgData name="Enrique Such Andreu" userId="e6520695-b170-4e64-ac48-377fb551e0cf" providerId="ADAL" clId="{D36D7F7C-E84F-4775-8F94-5EA00C01BC07}" dt="2024-02-26T18:31:50.839" v="35" actId="26606"/>
        <pc:sldMasterMkLst>
          <pc:docMk/>
          <pc:sldMasterMk cId="2537736656" sldId="2147483699"/>
        </pc:sldMasterMkLst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2537736656" sldId="2147483699"/>
            <pc:sldLayoutMk cId="356900398" sldId="2147483688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2537736656" sldId="2147483699"/>
            <pc:sldLayoutMk cId="3980723323" sldId="2147483689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2537736656" sldId="2147483699"/>
            <pc:sldLayoutMk cId="1886953033" sldId="2147483690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2537736656" sldId="2147483699"/>
            <pc:sldLayoutMk cId="1208949903" sldId="2147483691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2537736656" sldId="2147483699"/>
            <pc:sldLayoutMk cId="3128335104" sldId="2147483692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2537736656" sldId="2147483699"/>
            <pc:sldLayoutMk cId="2018336908" sldId="2147483693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2537736656" sldId="2147483699"/>
            <pc:sldLayoutMk cId="1722903695" sldId="2147483694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2537736656" sldId="2147483699"/>
            <pc:sldLayoutMk cId="946167467" sldId="2147483695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2537736656" sldId="2147483699"/>
            <pc:sldLayoutMk cId="275723909" sldId="2147483696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2537736656" sldId="2147483699"/>
            <pc:sldLayoutMk cId="2333631719" sldId="2147483697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839" v="35" actId="26606"/>
          <pc:sldLayoutMkLst>
            <pc:docMk/>
            <pc:sldMasterMk cId="2537736656" sldId="2147483699"/>
            <pc:sldLayoutMk cId="113631610" sldId="2147483698"/>
          </pc:sldLayoutMkLst>
        </pc:sldLayoutChg>
      </pc:sldMasterChg>
      <pc:sldMasterChg chg="add del addSldLayout delSldLayout">
        <pc:chgData name="Enrique Such Andreu" userId="e6520695-b170-4e64-ac48-377fb551e0cf" providerId="ADAL" clId="{D36D7F7C-E84F-4775-8F94-5EA00C01BC07}" dt="2024-02-26T18:31:50.778" v="34" actId="26606"/>
        <pc:sldMasterMkLst>
          <pc:docMk/>
          <pc:sldMasterMk cId="1994005788" sldId="2147483712"/>
        </pc:sldMasterMkLst>
        <pc:sldLayoutChg chg="add del">
          <pc:chgData name="Enrique Such Andreu" userId="e6520695-b170-4e64-ac48-377fb551e0cf" providerId="ADAL" clId="{D36D7F7C-E84F-4775-8F94-5EA00C01BC07}" dt="2024-02-26T18:31:50.778" v="34" actId="26606"/>
          <pc:sldLayoutMkLst>
            <pc:docMk/>
            <pc:sldMasterMk cId="1994005788" sldId="2147483712"/>
            <pc:sldLayoutMk cId="3949044364" sldId="2147483701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778" v="34" actId="26606"/>
          <pc:sldLayoutMkLst>
            <pc:docMk/>
            <pc:sldMasterMk cId="1994005788" sldId="2147483712"/>
            <pc:sldLayoutMk cId="264774928" sldId="2147483702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778" v="34" actId="26606"/>
          <pc:sldLayoutMkLst>
            <pc:docMk/>
            <pc:sldMasterMk cId="1994005788" sldId="2147483712"/>
            <pc:sldLayoutMk cId="1713010508" sldId="2147483703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778" v="34" actId="26606"/>
          <pc:sldLayoutMkLst>
            <pc:docMk/>
            <pc:sldMasterMk cId="1994005788" sldId="2147483712"/>
            <pc:sldLayoutMk cId="2846163578" sldId="2147483704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778" v="34" actId="26606"/>
          <pc:sldLayoutMkLst>
            <pc:docMk/>
            <pc:sldMasterMk cId="1994005788" sldId="2147483712"/>
            <pc:sldLayoutMk cId="762036027" sldId="2147483705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778" v="34" actId="26606"/>
          <pc:sldLayoutMkLst>
            <pc:docMk/>
            <pc:sldMasterMk cId="1994005788" sldId="2147483712"/>
            <pc:sldLayoutMk cId="113742053" sldId="2147483706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778" v="34" actId="26606"/>
          <pc:sldLayoutMkLst>
            <pc:docMk/>
            <pc:sldMasterMk cId="1994005788" sldId="2147483712"/>
            <pc:sldLayoutMk cId="3863127697" sldId="2147483707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778" v="34" actId="26606"/>
          <pc:sldLayoutMkLst>
            <pc:docMk/>
            <pc:sldMasterMk cId="1994005788" sldId="2147483712"/>
            <pc:sldLayoutMk cId="2516597272" sldId="2147483708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778" v="34" actId="26606"/>
          <pc:sldLayoutMkLst>
            <pc:docMk/>
            <pc:sldMasterMk cId="1994005788" sldId="2147483712"/>
            <pc:sldLayoutMk cId="3584670081" sldId="2147483709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778" v="34" actId="26606"/>
          <pc:sldLayoutMkLst>
            <pc:docMk/>
            <pc:sldMasterMk cId="1994005788" sldId="2147483712"/>
            <pc:sldLayoutMk cId="2920837185" sldId="2147483710"/>
          </pc:sldLayoutMkLst>
        </pc:sldLayoutChg>
        <pc:sldLayoutChg chg="add del">
          <pc:chgData name="Enrique Such Andreu" userId="e6520695-b170-4e64-ac48-377fb551e0cf" providerId="ADAL" clId="{D36D7F7C-E84F-4775-8F94-5EA00C01BC07}" dt="2024-02-26T18:31:50.778" v="34" actId="26606"/>
          <pc:sldLayoutMkLst>
            <pc:docMk/>
            <pc:sldMasterMk cId="1994005788" sldId="2147483712"/>
            <pc:sldLayoutMk cId="3515844876" sldId="2147483711"/>
          </pc:sldLayoutMkLst>
        </pc:sldLayoutChg>
      </pc:sldMasterChg>
    </pc:docChg>
  </pc:docChgLst>
  <pc:docChgLst>
    <pc:chgData name="Enrique Such Andreu" userId="e6520695-b170-4e64-ac48-377fb551e0cf" providerId="ADAL" clId="{55192790-8699-4926-8600-B8F1B6A82CE7}"/>
    <pc:docChg chg="undo custSel addSld delSld modSld sldOrd">
      <pc:chgData name="Enrique Such Andreu" userId="e6520695-b170-4e64-ac48-377fb551e0cf" providerId="ADAL" clId="{55192790-8699-4926-8600-B8F1B6A82CE7}" dt="2024-06-05T23:20:13.736" v="737" actId="1076"/>
      <pc:docMkLst>
        <pc:docMk/>
      </pc:docMkLst>
      <pc:sldChg chg="addSp delSp modSp mod">
        <pc:chgData name="Enrique Such Andreu" userId="e6520695-b170-4e64-ac48-377fb551e0cf" providerId="ADAL" clId="{55192790-8699-4926-8600-B8F1B6A82CE7}" dt="2024-05-20T17:22:57.237" v="369" actId="1076"/>
        <pc:sldMkLst>
          <pc:docMk/>
          <pc:sldMk cId="715033744" sldId="258"/>
        </pc:sldMkLst>
        <pc:grpChg chg="del">
          <ac:chgData name="Enrique Such Andreu" userId="e6520695-b170-4e64-ac48-377fb551e0cf" providerId="ADAL" clId="{55192790-8699-4926-8600-B8F1B6A82CE7}" dt="2024-05-20T17:22:39.530" v="367" actId="478"/>
          <ac:grpSpMkLst>
            <pc:docMk/>
            <pc:sldMk cId="715033744" sldId="258"/>
            <ac:grpSpMk id="13" creationId="{A65E11E5-9AE8-3C63-3A37-1C9D5E1DFC3F}"/>
          </ac:grpSpMkLst>
        </pc:grpChg>
        <pc:grpChg chg="del">
          <ac:chgData name="Enrique Such Andreu" userId="e6520695-b170-4e64-ac48-377fb551e0cf" providerId="ADAL" clId="{55192790-8699-4926-8600-B8F1B6A82CE7}" dt="2024-05-20T17:22:42.591" v="368" actId="478"/>
          <ac:grpSpMkLst>
            <pc:docMk/>
            <pc:sldMk cId="715033744" sldId="258"/>
            <ac:grpSpMk id="28" creationId="{256A2BD4-9A06-0484-D814-D9B00BA013FE}"/>
          </ac:grpSpMkLst>
        </pc:grpChg>
        <pc:grpChg chg="del">
          <ac:chgData name="Enrique Such Andreu" userId="e6520695-b170-4e64-ac48-377fb551e0cf" providerId="ADAL" clId="{55192790-8699-4926-8600-B8F1B6A82CE7}" dt="2024-05-20T17:22:39.530" v="367" actId="478"/>
          <ac:grpSpMkLst>
            <pc:docMk/>
            <pc:sldMk cId="715033744" sldId="258"/>
            <ac:grpSpMk id="49" creationId="{FDEDDAE6-C4D9-E0E5-1BCA-477FA667070B}"/>
          </ac:grpSpMkLst>
        </pc:grpChg>
        <pc:grpChg chg="del">
          <ac:chgData name="Enrique Such Andreu" userId="e6520695-b170-4e64-ac48-377fb551e0cf" providerId="ADAL" clId="{55192790-8699-4926-8600-B8F1B6A82CE7}" dt="2024-05-20T17:22:39.530" v="367" actId="478"/>
          <ac:grpSpMkLst>
            <pc:docMk/>
            <pc:sldMk cId="715033744" sldId="258"/>
            <ac:grpSpMk id="59" creationId="{6C499850-53FD-D130-3893-CDE789F15584}"/>
          </ac:grpSpMkLst>
        </pc:grpChg>
        <pc:grpChg chg="del">
          <ac:chgData name="Enrique Such Andreu" userId="e6520695-b170-4e64-ac48-377fb551e0cf" providerId="ADAL" clId="{55192790-8699-4926-8600-B8F1B6A82CE7}" dt="2024-05-20T17:22:42.591" v="368" actId="478"/>
          <ac:grpSpMkLst>
            <pc:docMk/>
            <pc:sldMk cId="715033744" sldId="258"/>
            <ac:grpSpMk id="79" creationId="{5E93EB5F-EDEB-F98B-3BC7-3919007207ED}"/>
          </ac:grpSpMkLst>
        </pc:grpChg>
        <pc:picChg chg="del">
          <ac:chgData name="Enrique Such Andreu" userId="e6520695-b170-4e64-ac48-377fb551e0cf" providerId="ADAL" clId="{55192790-8699-4926-8600-B8F1B6A82CE7}" dt="2024-05-20T17:22:32.290" v="366" actId="478"/>
          <ac:picMkLst>
            <pc:docMk/>
            <pc:sldMk cId="715033744" sldId="258"/>
            <ac:picMk id="7" creationId="{F704B65F-F696-5E61-3EB0-D23281B4ACE2}"/>
          </ac:picMkLst>
        </pc:picChg>
        <pc:picChg chg="del">
          <ac:chgData name="Enrique Such Andreu" userId="e6520695-b170-4e64-ac48-377fb551e0cf" providerId="ADAL" clId="{55192790-8699-4926-8600-B8F1B6A82CE7}" dt="2024-05-20T17:22:32.290" v="366" actId="478"/>
          <ac:picMkLst>
            <pc:docMk/>
            <pc:sldMk cId="715033744" sldId="258"/>
            <ac:picMk id="9" creationId="{9B7835AF-2578-53C9-6BBA-1C826C0400F5}"/>
          </ac:picMkLst>
        </pc:picChg>
        <pc:picChg chg="del">
          <ac:chgData name="Enrique Such Andreu" userId="e6520695-b170-4e64-ac48-377fb551e0cf" providerId="ADAL" clId="{55192790-8699-4926-8600-B8F1B6A82CE7}" dt="2024-05-20T17:22:32.290" v="366" actId="478"/>
          <ac:picMkLst>
            <pc:docMk/>
            <pc:sldMk cId="715033744" sldId="258"/>
            <ac:picMk id="11" creationId="{9FC4D813-A3E4-C84D-4C69-7F0E46EA4ED1}"/>
          </ac:picMkLst>
        </pc:picChg>
        <pc:picChg chg="add mod">
          <ac:chgData name="Enrique Such Andreu" userId="e6520695-b170-4e64-ac48-377fb551e0cf" providerId="ADAL" clId="{55192790-8699-4926-8600-B8F1B6A82CE7}" dt="2024-05-20T17:22:57.237" v="369" actId="1076"/>
          <ac:picMkLst>
            <pc:docMk/>
            <pc:sldMk cId="715033744" sldId="258"/>
            <ac:picMk id="21" creationId="{3578CFFF-E27B-48E1-E3A0-2805380ECECD}"/>
          </ac:picMkLst>
        </pc:picChg>
        <pc:inkChg chg="del">
          <ac:chgData name="Enrique Such Andreu" userId="e6520695-b170-4e64-ac48-377fb551e0cf" providerId="ADAL" clId="{55192790-8699-4926-8600-B8F1B6A82CE7}" dt="2024-05-20T17:22:39.530" v="367" actId="478"/>
          <ac:inkMkLst>
            <pc:docMk/>
            <pc:sldMk cId="715033744" sldId="258"/>
            <ac:inkMk id="3" creationId="{43ECECA5-427A-26BC-D573-2EC74C25C1E6}"/>
          </ac:inkMkLst>
        </pc:inkChg>
        <pc:inkChg chg="del">
          <ac:chgData name="Enrique Such Andreu" userId="e6520695-b170-4e64-ac48-377fb551e0cf" providerId="ADAL" clId="{55192790-8699-4926-8600-B8F1B6A82CE7}" dt="2024-05-20T17:22:42.591" v="368" actId="478"/>
          <ac:inkMkLst>
            <pc:docMk/>
            <pc:sldMk cId="715033744" sldId="258"/>
            <ac:inkMk id="14" creationId="{EFFF88FD-735C-CA27-5E96-FDC115DA3C51}"/>
          </ac:inkMkLst>
        </pc:inkChg>
        <pc:inkChg chg="del">
          <ac:chgData name="Enrique Such Andreu" userId="e6520695-b170-4e64-ac48-377fb551e0cf" providerId="ADAL" clId="{55192790-8699-4926-8600-B8F1B6A82CE7}" dt="2024-05-20T17:22:32.290" v="366" actId="478"/>
          <ac:inkMkLst>
            <pc:docMk/>
            <pc:sldMk cId="715033744" sldId="258"/>
            <ac:inkMk id="24" creationId="{5831AF0E-9783-3E9F-E704-A2DF39894ABD}"/>
          </ac:inkMkLst>
        </pc:inkChg>
        <pc:inkChg chg="del">
          <ac:chgData name="Enrique Such Andreu" userId="e6520695-b170-4e64-ac48-377fb551e0cf" providerId="ADAL" clId="{55192790-8699-4926-8600-B8F1B6A82CE7}" dt="2024-05-20T17:22:39.530" v="367" actId="478"/>
          <ac:inkMkLst>
            <pc:docMk/>
            <pc:sldMk cId="715033744" sldId="258"/>
            <ac:inkMk id="34" creationId="{02860688-D02D-C777-AA5A-DB41D9F78AAA}"/>
          </ac:inkMkLst>
        </pc:inkChg>
        <pc:inkChg chg="del">
          <ac:chgData name="Enrique Such Andreu" userId="e6520695-b170-4e64-ac48-377fb551e0cf" providerId="ADAL" clId="{55192790-8699-4926-8600-B8F1B6A82CE7}" dt="2024-05-20T17:22:39.530" v="367" actId="478"/>
          <ac:inkMkLst>
            <pc:docMk/>
            <pc:sldMk cId="715033744" sldId="258"/>
            <ac:inkMk id="41" creationId="{C5F66D8C-F975-2D69-5C7E-7AF18750E20A}"/>
          </ac:inkMkLst>
        </pc:inkChg>
        <pc:inkChg chg="del">
          <ac:chgData name="Enrique Such Andreu" userId="e6520695-b170-4e64-ac48-377fb551e0cf" providerId="ADAL" clId="{55192790-8699-4926-8600-B8F1B6A82CE7}" dt="2024-05-20T17:22:42.591" v="368" actId="478"/>
          <ac:inkMkLst>
            <pc:docMk/>
            <pc:sldMk cId="715033744" sldId="258"/>
            <ac:inkMk id="43" creationId="{16DE95CA-A0E3-BB63-1FB8-D3619B7192C3}"/>
          </ac:inkMkLst>
        </pc:inkChg>
        <pc:inkChg chg="del">
          <ac:chgData name="Enrique Such Andreu" userId="e6520695-b170-4e64-ac48-377fb551e0cf" providerId="ADAL" clId="{55192790-8699-4926-8600-B8F1B6A82CE7}" dt="2024-05-20T17:22:39.530" v="367" actId="478"/>
          <ac:inkMkLst>
            <pc:docMk/>
            <pc:sldMk cId="715033744" sldId="258"/>
            <ac:inkMk id="44" creationId="{E4D0CFB3-5323-A5ED-99EA-B06A0EA6DA95}"/>
          </ac:inkMkLst>
        </pc:inkChg>
        <pc:inkChg chg="del">
          <ac:chgData name="Enrique Such Andreu" userId="e6520695-b170-4e64-ac48-377fb551e0cf" providerId="ADAL" clId="{55192790-8699-4926-8600-B8F1B6A82CE7}" dt="2024-05-20T17:22:42.591" v="368" actId="478"/>
          <ac:inkMkLst>
            <pc:docMk/>
            <pc:sldMk cId="715033744" sldId="258"/>
            <ac:inkMk id="45" creationId="{4BD6C40F-4A04-D637-5128-18401F891552}"/>
          </ac:inkMkLst>
        </pc:inkChg>
        <pc:inkChg chg="del">
          <ac:chgData name="Enrique Such Andreu" userId="e6520695-b170-4e64-ac48-377fb551e0cf" providerId="ADAL" clId="{55192790-8699-4926-8600-B8F1B6A82CE7}" dt="2024-05-20T17:22:39.530" v="367" actId="478"/>
          <ac:inkMkLst>
            <pc:docMk/>
            <pc:sldMk cId="715033744" sldId="258"/>
            <ac:inkMk id="50" creationId="{6C039A2E-A5A9-714E-85D7-F32086AF9BA4}"/>
          </ac:inkMkLst>
        </pc:inkChg>
        <pc:inkChg chg="del">
          <ac:chgData name="Enrique Such Andreu" userId="e6520695-b170-4e64-ac48-377fb551e0cf" providerId="ADAL" clId="{55192790-8699-4926-8600-B8F1B6A82CE7}" dt="2024-05-20T17:22:42.591" v="368" actId="478"/>
          <ac:inkMkLst>
            <pc:docMk/>
            <pc:sldMk cId="715033744" sldId="258"/>
            <ac:inkMk id="60" creationId="{D47BFDD5-C09A-455F-2441-DFFC883A83B7}"/>
          </ac:inkMkLst>
        </pc:inkChg>
        <pc:inkChg chg="del">
          <ac:chgData name="Enrique Such Andreu" userId="e6520695-b170-4e64-ac48-377fb551e0cf" providerId="ADAL" clId="{55192790-8699-4926-8600-B8F1B6A82CE7}" dt="2024-05-20T17:22:42.591" v="368" actId="478"/>
          <ac:inkMkLst>
            <pc:docMk/>
            <pc:sldMk cId="715033744" sldId="258"/>
            <ac:inkMk id="62" creationId="{6473F56F-E68A-635C-D337-3FC162EEBA78}"/>
          </ac:inkMkLst>
        </pc:inkChg>
        <pc:inkChg chg="del">
          <ac:chgData name="Enrique Such Andreu" userId="e6520695-b170-4e64-ac48-377fb551e0cf" providerId="ADAL" clId="{55192790-8699-4926-8600-B8F1B6A82CE7}" dt="2024-05-20T17:22:42.591" v="368" actId="478"/>
          <ac:inkMkLst>
            <pc:docMk/>
            <pc:sldMk cId="715033744" sldId="258"/>
            <ac:inkMk id="74" creationId="{D799DC91-FD2C-71E5-8C1B-4CA21CD60FB4}"/>
          </ac:inkMkLst>
        </pc:inkChg>
        <pc:inkChg chg="del">
          <ac:chgData name="Enrique Such Andreu" userId="e6520695-b170-4e64-ac48-377fb551e0cf" providerId="ADAL" clId="{55192790-8699-4926-8600-B8F1B6A82CE7}" dt="2024-05-20T17:22:32.290" v="366" actId="478"/>
          <ac:inkMkLst>
            <pc:docMk/>
            <pc:sldMk cId="715033744" sldId="258"/>
            <ac:inkMk id="76" creationId="{94EEE571-5162-25AD-B75A-EAB1E0B4C608}"/>
          </ac:inkMkLst>
        </pc:inkChg>
      </pc:sldChg>
      <pc:sldChg chg="addSp delSp modSp mod">
        <pc:chgData name="Enrique Such Andreu" userId="e6520695-b170-4e64-ac48-377fb551e0cf" providerId="ADAL" clId="{55192790-8699-4926-8600-B8F1B6A82CE7}" dt="2024-06-04T11:27:28.455" v="639" actId="1076"/>
        <pc:sldMkLst>
          <pc:docMk/>
          <pc:sldMk cId="391271634" sldId="262"/>
        </pc:sldMkLst>
        <pc:spChg chg="mod">
          <ac:chgData name="Enrique Such Andreu" userId="e6520695-b170-4e64-ac48-377fb551e0cf" providerId="ADAL" clId="{55192790-8699-4926-8600-B8F1B6A82CE7}" dt="2024-05-13T17:04:43.886" v="160" actId="20577"/>
          <ac:spMkLst>
            <pc:docMk/>
            <pc:sldMk cId="391271634" sldId="262"/>
            <ac:spMk id="2" creationId="{339E51C8-C53F-1DE7-286B-07980AB00016}"/>
          </ac:spMkLst>
        </pc:spChg>
        <pc:picChg chg="add mod modCrop">
          <ac:chgData name="Enrique Such Andreu" userId="e6520695-b170-4e64-ac48-377fb551e0cf" providerId="ADAL" clId="{55192790-8699-4926-8600-B8F1B6A82CE7}" dt="2024-06-04T11:27:28.455" v="639" actId="1076"/>
          <ac:picMkLst>
            <pc:docMk/>
            <pc:sldMk cId="391271634" sldId="262"/>
            <ac:picMk id="4" creationId="{BE425BDD-A07F-D1B0-7D18-4FC2A266B67A}"/>
          </ac:picMkLst>
        </pc:picChg>
        <pc:picChg chg="mod">
          <ac:chgData name="Enrique Such Andreu" userId="e6520695-b170-4e64-ac48-377fb551e0cf" providerId="ADAL" clId="{55192790-8699-4926-8600-B8F1B6A82CE7}" dt="2024-06-04T11:27:02.005" v="631" actId="1076"/>
          <ac:picMkLst>
            <pc:docMk/>
            <pc:sldMk cId="391271634" sldId="262"/>
            <ac:picMk id="8" creationId="{AEF500DC-684D-99F5-70CD-E17DC249BB18}"/>
          </ac:picMkLst>
        </pc:picChg>
        <pc:picChg chg="mod">
          <ac:chgData name="Enrique Such Andreu" userId="e6520695-b170-4e64-ac48-377fb551e0cf" providerId="ADAL" clId="{55192790-8699-4926-8600-B8F1B6A82CE7}" dt="2024-06-04T11:26:56.339" v="629" actId="1076"/>
          <ac:picMkLst>
            <pc:docMk/>
            <pc:sldMk cId="391271634" sldId="262"/>
            <ac:picMk id="10" creationId="{5A7F4EEC-1CBA-FE66-9F3F-187DF813E541}"/>
          </ac:picMkLst>
        </pc:picChg>
        <pc:picChg chg="mod">
          <ac:chgData name="Enrique Such Andreu" userId="e6520695-b170-4e64-ac48-377fb551e0cf" providerId="ADAL" clId="{55192790-8699-4926-8600-B8F1B6A82CE7}" dt="2024-06-04T11:26:58.908" v="630" actId="1076"/>
          <ac:picMkLst>
            <pc:docMk/>
            <pc:sldMk cId="391271634" sldId="262"/>
            <ac:picMk id="12" creationId="{00ED18DD-A8AB-2DB0-1440-FE6A9745F5FE}"/>
          </ac:picMkLst>
        </pc:picChg>
        <pc:picChg chg="mod">
          <ac:chgData name="Enrique Such Andreu" userId="e6520695-b170-4e64-ac48-377fb551e0cf" providerId="ADAL" clId="{55192790-8699-4926-8600-B8F1B6A82CE7}" dt="2024-06-04T11:27:11.644" v="634" actId="1076"/>
          <ac:picMkLst>
            <pc:docMk/>
            <pc:sldMk cId="391271634" sldId="262"/>
            <ac:picMk id="14" creationId="{A4D9AF6D-F211-C956-F672-B0205680F57A}"/>
          </ac:picMkLst>
        </pc:picChg>
        <pc:picChg chg="del">
          <ac:chgData name="Enrique Such Andreu" userId="e6520695-b170-4e64-ac48-377fb551e0cf" providerId="ADAL" clId="{55192790-8699-4926-8600-B8F1B6A82CE7}" dt="2024-05-22T18:05:09.339" v="462" actId="478"/>
          <ac:picMkLst>
            <pc:docMk/>
            <pc:sldMk cId="391271634" sldId="262"/>
            <ac:picMk id="16" creationId="{07E4A7C1-CDD2-CDF9-35F6-27FCF22BCB3D}"/>
          </ac:picMkLst>
        </pc:picChg>
      </pc:sldChg>
      <pc:sldChg chg="addSp delSp modSp mod">
        <pc:chgData name="Enrique Such Andreu" userId="e6520695-b170-4e64-ac48-377fb551e0cf" providerId="ADAL" clId="{55192790-8699-4926-8600-B8F1B6A82CE7}" dt="2024-06-04T11:29:32.869" v="648" actId="1076"/>
        <pc:sldMkLst>
          <pc:docMk/>
          <pc:sldMk cId="1325846780" sldId="264"/>
        </pc:sldMkLst>
        <pc:picChg chg="mod">
          <ac:chgData name="Enrique Such Andreu" userId="e6520695-b170-4e64-ac48-377fb551e0cf" providerId="ADAL" clId="{55192790-8699-4926-8600-B8F1B6A82CE7}" dt="2024-06-04T11:29:17.249" v="643" actId="1076"/>
          <ac:picMkLst>
            <pc:docMk/>
            <pc:sldMk cId="1325846780" sldId="264"/>
            <ac:picMk id="3" creationId="{826745EC-F840-4C85-B44F-9E1A67ECBD24}"/>
          </ac:picMkLst>
        </pc:picChg>
        <pc:picChg chg="add mod">
          <ac:chgData name="Enrique Such Andreu" userId="e6520695-b170-4e64-ac48-377fb551e0cf" providerId="ADAL" clId="{55192790-8699-4926-8600-B8F1B6A82CE7}" dt="2024-06-04T11:29:32.869" v="648" actId="1076"/>
          <ac:picMkLst>
            <pc:docMk/>
            <pc:sldMk cId="1325846780" sldId="264"/>
            <ac:picMk id="5" creationId="{B69E8F0B-700D-3224-4A3F-4659E4236B86}"/>
          </ac:picMkLst>
        </pc:picChg>
        <pc:picChg chg="mod">
          <ac:chgData name="Enrique Such Andreu" userId="e6520695-b170-4e64-ac48-377fb551e0cf" providerId="ADAL" clId="{55192790-8699-4926-8600-B8F1B6A82CE7}" dt="2024-06-04T11:29:23.938" v="645" actId="1076"/>
          <ac:picMkLst>
            <pc:docMk/>
            <pc:sldMk cId="1325846780" sldId="264"/>
            <ac:picMk id="9" creationId="{D3DA9D8E-52A7-3364-623C-B41932021AEF}"/>
          </ac:picMkLst>
        </pc:picChg>
        <pc:picChg chg="del">
          <ac:chgData name="Enrique Such Andreu" userId="e6520695-b170-4e64-ac48-377fb551e0cf" providerId="ADAL" clId="{55192790-8699-4926-8600-B8F1B6A82CE7}" dt="2024-05-22T18:05:12.035" v="463" actId="478"/>
          <ac:picMkLst>
            <pc:docMk/>
            <pc:sldMk cId="1325846780" sldId="264"/>
            <ac:picMk id="11" creationId="{9C14C96A-B2D4-569B-5949-A623476C3F6E}"/>
          </ac:picMkLst>
        </pc:picChg>
        <pc:picChg chg="mod">
          <ac:chgData name="Enrique Such Andreu" userId="e6520695-b170-4e64-ac48-377fb551e0cf" providerId="ADAL" clId="{55192790-8699-4926-8600-B8F1B6A82CE7}" dt="2024-06-04T11:29:28.061" v="647" actId="1076"/>
          <ac:picMkLst>
            <pc:docMk/>
            <pc:sldMk cId="1325846780" sldId="264"/>
            <ac:picMk id="13" creationId="{99F3F41C-6F25-773B-3B75-ABE8136EF387}"/>
          </ac:picMkLst>
        </pc:picChg>
        <pc:picChg chg="mod">
          <ac:chgData name="Enrique Such Andreu" userId="e6520695-b170-4e64-ac48-377fb551e0cf" providerId="ADAL" clId="{55192790-8699-4926-8600-B8F1B6A82CE7}" dt="2024-06-04T11:29:28.061" v="647" actId="1076"/>
          <ac:picMkLst>
            <pc:docMk/>
            <pc:sldMk cId="1325846780" sldId="264"/>
            <ac:picMk id="15" creationId="{E4BDA0F3-A948-11C0-37FA-B722A3F7760C}"/>
          </ac:picMkLst>
        </pc:picChg>
      </pc:sldChg>
      <pc:sldChg chg="addSp delSp modSp add mod ord">
        <pc:chgData name="Enrique Such Andreu" userId="e6520695-b170-4e64-ac48-377fb551e0cf" providerId="ADAL" clId="{55192790-8699-4926-8600-B8F1B6A82CE7}" dt="2024-05-13T17:16:37.660" v="312" actId="1076"/>
        <pc:sldMkLst>
          <pc:docMk/>
          <pc:sldMk cId="4284753342" sldId="265"/>
        </pc:sldMkLst>
        <pc:spChg chg="mod">
          <ac:chgData name="Enrique Such Andreu" userId="e6520695-b170-4e64-ac48-377fb551e0cf" providerId="ADAL" clId="{55192790-8699-4926-8600-B8F1B6A82CE7}" dt="2024-05-13T17:13:28.618" v="252" actId="1076"/>
          <ac:spMkLst>
            <pc:docMk/>
            <pc:sldMk cId="4284753342" sldId="265"/>
            <ac:spMk id="2" creationId="{16625C6C-F219-7910-AD02-E264D422780C}"/>
          </ac:spMkLst>
        </pc:spChg>
        <pc:spChg chg="add del mod">
          <ac:chgData name="Enrique Such Andreu" userId="e6520695-b170-4e64-ac48-377fb551e0cf" providerId="ADAL" clId="{55192790-8699-4926-8600-B8F1B6A82CE7}" dt="2024-05-13T17:06:15.611" v="197" actId="478"/>
          <ac:spMkLst>
            <pc:docMk/>
            <pc:sldMk cId="4284753342" sldId="265"/>
            <ac:spMk id="4" creationId="{937A7BE0-3397-1154-E09C-49B8B18D7E0D}"/>
          </ac:spMkLst>
        </pc:spChg>
        <pc:spChg chg="add del">
          <ac:chgData name="Enrique Such Andreu" userId="e6520695-b170-4e64-ac48-377fb551e0cf" providerId="ADAL" clId="{55192790-8699-4926-8600-B8F1B6A82CE7}" dt="2024-05-13T17:13:00.686" v="239" actId="26606"/>
          <ac:spMkLst>
            <pc:docMk/>
            <pc:sldMk cId="4284753342" sldId="265"/>
            <ac:spMk id="10" creationId="{0BABF38A-8A0D-492E-BD20-6CF4D46B50BD}"/>
          </ac:spMkLst>
        </pc:spChg>
        <pc:spChg chg="add del">
          <ac:chgData name="Enrique Such Andreu" userId="e6520695-b170-4e64-ac48-377fb551e0cf" providerId="ADAL" clId="{55192790-8699-4926-8600-B8F1B6A82CE7}" dt="2024-05-13T17:13:00.686" v="239" actId="26606"/>
          <ac:spMkLst>
            <pc:docMk/>
            <pc:sldMk cId="4284753342" sldId="265"/>
            <ac:spMk id="14" creationId="{F1174801-1395-44C5-9B00-CCAC45C056E7}"/>
          </ac:spMkLst>
        </pc:spChg>
        <pc:spChg chg="add del">
          <ac:chgData name="Enrique Such Andreu" userId="e6520695-b170-4e64-ac48-377fb551e0cf" providerId="ADAL" clId="{55192790-8699-4926-8600-B8F1B6A82CE7}" dt="2024-05-13T17:13:00.686" v="239" actId="26606"/>
          <ac:spMkLst>
            <pc:docMk/>
            <pc:sldMk cId="4284753342" sldId="265"/>
            <ac:spMk id="16" creationId="{8BADB362-9771-4A3C-B9E5-6777F34C5041}"/>
          </ac:spMkLst>
        </pc:spChg>
        <pc:spChg chg="add del">
          <ac:chgData name="Enrique Such Andreu" userId="e6520695-b170-4e64-ac48-377fb551e0cf" providerId="ADAL" clId="{55192790-8699-4926-8600-B8F1B6A82CE7}" dt="2024-05-13T17:13:00.686" v="239" actId="26606"/>
          <ac:spMkLst>
            <pc:docMk/>
            <pc:sldMk cId="4284753342" sldId="265"/>
            <ac:spMk id="18" creationId="{EE0EF321-8351-49AB-BA30-A90615C80EEA}"/>
          </ac:spMkLst>
        </pc:spChg>
        <pc:spChg chg="add del">
          <ac:chgData name="Enrique Such Andreu" userId="e6520695-b170-4e64-ac48-377fb551e0cf" providerId="ADAL" clId="{55192790-8699-4926-8600-B8F1B6A82CE7}" dt="2024-05-13T17:13:00.686" v="239" actId="26606"/>
          <ac:spMkLst>
            <pc:docMk/>
            <pc:sldMk cId="4284753342" sldId="265"/>
            <ac:spMk id="20" creationId="{7F729D3C-986A-4A27-A9FF-0A07A0959FEA}"/>
          </ac:spMkLst>
        </pc:spChg>
        <pc:spChg chg="add del">
          <ac:chgData name="Enrique Such Andreu" userId="e6520695-b170-4e64-ac48-377fb551e0cf" providerId="ADAL" clId="{55192790-8699-4926-8600-B8F1B6A82CE7}" dt="2024-05-13T17:12:58.771" v="236" actId="26606"/>
          <ac:spMkLst>
            <pc:docMk/>
            <pc:sldMk cId="4284753342" sldId="265"/>
            <ac:spMk id="25" creationId="{0BABF38A-8A0D-492E-BD20-6CF4D46B50BD}"/>
          </ac:spMkLst>
        </pc:spChg>
        <pc:spChg chg="add del">
          <ac:chgData name="Enrique Such Andreu" userId="e6520695-b170-4e64-ac48-377fb551e0cf" providerId="ADAL" clId="{55192790-8699-4926-8600-B8F1B6A82CE7}" dt="2024-05-13T17:12:58.771" v="236" actId="26606"/>
          <ac:spMkLst>
            <pc:docMk/>
            <pc:sldMk cId="4284753342" sldId="265"/>
            <ac:spMk id="29" creationId="{729F2144-48B7-4730-955E-365ECED3ABE0}"/>
          </ac:spMkLst>
        </pc:spChg>
        <pc:spChg chg="add del">
          <ac:chgData name="Enrique Such Andreu" userId="e6520695-b170-4e64-ac48-377fb551e0cf" providerId="ADAL" clId="{55192790-8699-4926-8600-B8F1B6A82CE7}" dt="2024-05-13T17:12:58.771" v="236" actId="26606"/>
          <ac:spMkLst>
            <pc:docMk/>
            <pc:sldMk cId="4284753342" sldId="265"/>
            <ac:spMk id="31" creationId="{E765FF50-D2F9-4A4F-86ED-F101E172BA93}"/>
          </ac:spMkLst>
        </pc:spChg>
        <pc:spChg chg="add del">
          <ac:chgData name="Enrique Such Andreu" userId="e6520695-b170-4e64-ac48-377fb551e0cf" providerId="ADAL" clId="{55192790-8699-4926-8600-B8F1B6A82CE7}" dt="2024-05-13T17:13:00.670" v="238" actId="26606"/>
          <ac:spMkLst>
            <pc:docMk/>
            <pc:sldMk cId="4284753342" sldId="265"/>
            <ac:spMk id="37" creationId="{0BABF38A-8A0D-492E-BD20-6CF4D46B50BD}"/>
          </ac:spMkLst>
        </pc:spChg>
        <pc:spChg chg="add del">
          <ac:chgData name="Enrique Such Andreu" userId="e6520695-b170-4e64-ac48-377fb551e0cf" providerId="ADAL" clId="{55192790-8699-4926-8600-B8F1B6A82CE7}" dt="2024-05-13T17:13:00.670" v="238" actId="26606"/>
          <ac:spMkLst>
            <pc:docMk/>
            <pc:sldMk cId="4284753342" sldId="265"/>
            <ac:spMk id="39" creationId="{729F2144-48B7-4730-955E-365ECED3ABE0}"/>
          </ac:spMkLst>
        </pc:spChg>
        <pc:spChg chg="add del">
          <ac:chgData name="Enrique Such Andreu" userId="e6520695-b170-4e64-ac48-377fb551e0cf" providerId="ADAL" clId="{55192790-8699-4926-8600-B8F1B6A82CE7}" dt="2024-05-13T17:13:00.670" v="238" actId="26606"/>
          <ac:spMkLst>
            <pc:docMk/>
            <pc:sldMk cId="4284753342" sldId="265"/>
            <ac:spMk id="40" creationId="{E765FF50-D2F9-4A4F-86ED-F101E172BA93}"/>
          </ac:spMkLst>
        </pc:spChg>
        <pc:spChg chg="add">
          <ac:chgData name="Enrique Such Andreu" userId="e6520695-b170-4e64-ac48-377fb551e0cf" providerId="ADAL" clId="{55192790-8699-4926-8600-B8F1B6A82CE7}" dt="2024-05-13T17:13:00.686" v="239" actId="26606"/>
          <ac:spMkLst>
            <pc:docMk/>
            <pc:sldMk cId="4284753342" sldId="265"/>
            <ac:spMk id="44" creationId="{0BABF38A-8A0D-492E-BD20-6CF4D46B50BD}"/>
          </ac:spMkLst>
        </pc:spChg>
        <pc:spChg chg="add">
          <ac:chgData name="Enrique Such Andreu" userId="e6520695-b170-4e64-ac48-377fb551e0cf" providerId="ADAL" clId="{55192790-8699-4926-8600-B8F1B6A82CE7}" dt="2024-05-13T17:13:00.686" v="239" actId="26606"/>
          <ac:spMkLst>
            <pc:docMk/>
            <pc:sldMk cId="4284753342" sldId="265"/>
            <ac:spMk id="46" creationId="{729F2144-48B7-4730-955E-365ECED3ABE0}"/>
          </ac:spMkLst>
        </pc:spChg>
        <pc:spChg chg="add">
          <ac:chgData name="Enrique Such Andreu" userId="e6520695-b170-4e64-ac48-377fb551e0cf" providerId="ADAL" clId="{55192790-8699-4926-8600-B8F1B6A82CE7}" dt="2024-05-13T17:13:00.686" v="239" actId="26606"/>
          <ac:spMkLst>
            <pc:docMk/>
            <pc:sldMk cId="4284753342" sldId="265"/>
            <ac:spMk id="47" creationId="{E765FF50-D2F9-4A4F-86ED-F101E172BA93}"/>
          </ac:spMkLst>
        </pc:spChg>
        <pc:picChg chg="del">
          <ac:chgData name="Enrique Such Andreu" userId="e6520695-b170-4e64-ac48-377fb551e0cf" providerId="ADAL" clId="{55192790-8699-4926-8600-B8F1B6A82CE7}" dt="2024-05-13T16:59:42.671" v="27" actId="478"/>
          <ac:picMkLst>
            <pc:docMk/>
            <pc:sldMk cId="4284753342" sldId="265"/>
            <ac:picMk id="5" creationId="{C743A22B-A17C-137F-CBCF-AB56954E59E3}"/>
          </ac:picMkLst>
        </pc:picChg>
        <pc:picChg chg="add mod ord modCrop">
          <ac:chgData name="Enrique Such Andreu" userId="e6520695-b170-4e64-ac48-377fb551e0cf" providerId="ADAL" clId="{55192790-8699-4926-8600-B8F1B6A82CE7}" dt="2024-05-13T17:15:41.421" v="306" actId="1076"/>
          <ac:picMkLst>
            <pc:docMk/>
            <pc:sldMk cId="4284753342" sldId="265"/>
            <ac:picMk id="7" creationId="{A9B5FE1F-5FC5-E5B0-C4FD-9C10ED39A4EE}"/>
          </ac:picMkLst>
        </pc:picChg>
        <pc:picChg chg="add mod ord">
          <ac:chgData name="Enrique Such Andreu" userId="e6520695-b170-4e64-ac48-377fb551e0cf" providerId="ADAL" clId="{55192790-8699-4926-8600-B8F1B6A82CE7}" dt="2024-05-13T17:15:45.710" v="307" actId="1076"/>
          <ac:picMkLst>
            <pc:docMk/>
            <pc:sldMk cId="4284753342" sldId="265"/>
            <ac:picMk id="9" creationId="{5C37949A-D6AC-36F5-F23C-DA3BFF7826B5}"/>
          </ac:picMkLst>
        </pc:picChg>
        <pc:picChg chg="add del">
          <ac:chgData name="Enrique Such Andreu" userId="e6520695-b170-4e64-ac48-377fb551e0cf" providerId="ADAL" clId="{55192790-8699-4926-8600-B8F1B6A82CE7}" dt="2024-05-13T17:13:00.686" v="239" actId="26606"/>
          <ac:picMkLst>
            <pc:docMk/>
            <pc:sldMk cId="4284753342" sldId="265"/>
            <ac:picMk id="12" creationId="{1CB7E8AE-A3AC-4BB7-A5C6-F00EC697B265}"/>
          </ac:picMkLst>
        </pc:picChg>
        <pc:picChg chg="add mod">
          <ac:chgData name="Enrique Such Andreu" userId="e6520695-b170-4e64-ac48-377fb551e0cf" providerId="ADAL" clId="{55192790-8699-4926-8600-B8F1B6A82CE7}" dt="2024-05-13T17:15:32.738" v="305" actId="1076"/>
          <ac:picMkLst>
            <pc:docMk/>
            <pc:sldMk cId="4284753342" sldId="265"/>
            <ac:picMk id="13" creationId="{521F3095-C1BB-0E50-EE28-1D44B2A3CBD1}"/>
          </ac:picMkLst>
        </pc:picChg>
        <pc:picChg chg="add mod">
          <ac:chgData name="Enrique Such Andreu" userId="e6520695-b170-4e64-ac48-377fb551e0cf" providerId="ADAL" clId="{55192790-8699-4926-8600-B8F1B6A82CE7}" dt="2024-05-13T17:16:37.660" v="312" actId="1076"/>
          <ac:picMkLst>
            <pc:docMk/>
            <pc:sldMk cId="4284753342" sldId="265"/>
            <ac:picMk id="17" creationId="{9C9094ED-1949-733F-9E62-D968EE44881A}"/>
          </ac:picMkLst>
        </pc:picChg>
        <pc:picChg chg="add del">
          <ac:chgData name="Enrique Such Andreu" userId="e6520695-b170-4e64-ac48-377fb551e0cf" providerId="ADAL" clId="{55192790-8699-4926-8600-B8F1B6A82CE7}" dt="2024-05-13T17:12:58.771" v="236" actId="26606"/>
          <ac:picMkLst>
            <pc:docMk/>
            <pc:sldMk cId="4284753342" sldId="265"/>
            <ac:picMk id="27" creationId="{1CB7E8AE-A3AC-4BB7-A5C6-F00EC697B265}"/>
          </ac:picMkLst>
        </pc:picChg>
        <pc:picChg chg="add del">
          <ac:chgData name="Enrique Such Andreu" userId="e6520695-b170-4e64-ac48-377fb551e0cf" providerId="ADAL" clId="{55192790-8699-4926-8600-B8F1B6A82CE7}" dt="2024-05-13T17:12:58.771" v="236" actId="26606"/>
          <ac:picMkLst>
            <pc:docMk/>
            <pc:sldMk cId="4284753342" sldId="265"/>
            <ac:picMk id="33" creationId="{FFECA84E-1776-4B03-9261-CF74A291DF06}"/>
          </ac:picMkLst>
        </pc:picChg>
        <pc:picChg chg="add del">
          <ac:chgData name="Enrique Such Andreu" userId="e6520695-b170-4e64-ac48-377fb551e0cf" providerId="ADAL" clId="{55192790-8699-4926-8600-B8F1B6A82CE7}" dt="2024-05-13T17:12:58.771" v="236" actId="26606"/>
          <ac:picMkLst>
            <pc:docMk/>
            <pc:sldMk cId="4284753342" sldId="265"/>
            <ac:picMk id="35" creationId="{2BFFF490-82EC-4000-BB36-A67FD39E3AD1}"/>
          </ac:picMkLst>
        </pc:picChg>
        <pc:picChg chg="add del">
          <ac:chgData name="Enrique Such Andreu" userId="e6520695-b170-4e64-ac48-377fb551e0cf" providerId="ADAL" clId="{55192790-8699-4926-8600-B8F1B6A82CE7}" dt="2024-05-13T17:13:00.670" v="238" actId="26606"/>
          <ac:picMkLst>
            <pc:docMk/>
            <pc:sldMk cId="4284753342" sldId="265"/>
            <ac:picMk id="38" creationId="{1CB7E8AE-A3AC-4BB7-A5C6-F00EC697B265}"/>
          </ac:picMkLst>
        </pc:picChg>
        <pc:picChg chg="add del">
          <ac:chgData name="Enrique Such Andreu" userId="e6520695-b170-4e64-ac48-377fb551e0cf" providerId="ADAL" clId="{55192790-8699-4926-8600-B8F1B6A82CE7}" dt="2024-05-13T17:13:00.670" v="238" actId="26606"/>
          <ac:picMkLst>
            <pc:docMk/>
            <pc:sldMk cId="4284753342" sldId="265"/>
            <ac:picMk id="41" creationId="{FFECA84E-1776-4B03-9261-CF74A291DF06}"/>
          </ac:picMkLst>
        </pc:picChg>
        <pc:picChg chg="add del">
          <ac:chgData name="Enrique Such Andreu" userId="e6520695-b170-4e64-ac48-377fb551e0cf" providerId="ADAL" clId="{55192790-8699-4926-8600-B8F1B6A82CE7}" dt="2024-05-13T17:13:00.670" v="238" actId="26606"/>
          <ac:picMkLst>
            <pc:docMk/>
            <pc:sldMk cId="4284753342" sldId="265"/>
            <ac:picMk id="42" creationId="{2BFFF490-82EC-4000-BB36-A67FD39E3AD1}"/>
          </ac:picMkLst>
        </pc:picChg>
        <pc:picChg chg="add">
          <ac:chgData name="Enrique Such Andreu" userId="e6520695-b170-4e64-ac48-377fb551e0cf" providerId="ADAL" clId="{55192790-8699-4926-8600-B8F1B6A82CE7}" dt="2024-05-13T17:13:00.686" v="239" actId="26606"/>
          <ac:picMkLst>
            <pc:docMk/>
            <pc:sldMk cId="4284753342" sldId="265"/>
            <ac:picMk id="45" creationId="{1CB7E8AE-A3AC-4BB7-A5C6-F00EC697B265}"/>
          </ac:picMkLst>
        </pc:picChg>
        <pc:picChg chg="add">
          <ac:chgData name="Enrique Such Andreu" userId="e6520695-b170-4e64-ac48-377fb551e0cf" providerId="ADAL" clId="{55192790-8699-4926-8600-B8F1B6A82CE7}" dt="2024-05-13T17:13:00.686" v="239" actId="26606"/>
          <ac:picMkLst>
            <pc:docMk/>
            <pc:sldMk cId="4284753342" sldId="265"/>
            <ac:picMk id="48" creationId="{FFECA84E-1776-4B03-9261-CF74A291DF06}"/>
          </ac:picMkLst>
        </pc:picChg>
        <pc:picChg chg="add">
          <ac:chgData name="Enrique Such Andreu" userId="e6520695-b170-4e64-ac48-377fb551e0cf" providerId="ADAL" clId="{55192790-8699-4926-8600-B8F1B6A82CE7}" dt="2024-05-13T17:13:00.686" v="239" actId="26606"/>
          <ac:picMkLst>
            <pc:docMk/>
            <pc:sldMk cId="4284753342" sldId="265"/>
            <ac:picMk id="49" creationId="{2BFFF490-82EC-4000-BB36-A67FD39E3AD1}"/>
          </ac:picMkLst>
        </pc:picChg>
      </pc:sldChg>
      <pc:sldChg chg="delSp modSp add del mod ord">
        <pc:chgData name="Enrique Such Andreu" userId="e6520695-b170-4e64-ac48-377fb551e0cf" providerId="ADAL" clId="{55192790-8699-4926-8600-B8F1B6A82CE7}" dt="2024-05-13T17:06:00.790" v="196" actId="2696"/>
        <pc:sldMkLst>
          <pc:docMk/>
          <pc:sldMk cId="2830063761" sldId="266"/>
        </pc:sldMkLst>
        <pc:spChg chg="mod">
          <ac:chgData name="Enrique Such Andreu" userId="e6520695-b170-4e64-ac48-377fb551e0cf" providerId="ADAL" clId="{55192790-8699-4926-8600-B8F1B6A82CE7}" dt="2024-05-13T17:05:57.345" v="195" actId="1076"/>
          <ac:spMkLst>
            <pc:docMk/>
            <pc:sldMk cId="2830063761" sldId="266"/>
            <ac:spMk id="2" creationId="{339E51C8-C53F-1DE7-286B-07980AB00016}"/>
          </ac:spMkLst>
        </pc:spChg>
        <pc:picChg chg="del">
          <ac:chgData name="Enrique Such Andreu" userId="e6520695-b170-4e64-ac48-377fb551e0cf" providerId="ADAL" clId="{55192790-8699-4926-8600-B8F1B6A82CE7}" dt="2024-05-13T17:02:29.847" v="99" actId="478"/>
          <ac:picMkLst>
            <pc:docMk/>
            <pc:sldMk cId="2830063761" sldId="266"/>
            <ac:picMk id="3" creationId="{826745EC-F840-4C85-B44F-9E1A67ECBD24}"/>
          </ac:picMkLst>
        </pc:picChg>
        <pc:picChg chg="del">
          <ac:chgData name="Enrique Such Andreu" userId="e6520695-b170-4e64-ac48-377fb551e0cf" providerId="ADAL" clId="{55192790-8699-4926-8600-B8F1B6A82CE7}" dt="2024-05-13T17:02:29.321" v="98" actId="478"/>
          <ac:picMkLst>
            <pc:docMk/>
            <pc:sldMk cId="2830063761" sldId="266"/>
            <ac:picMk id="9" creationId="{D3DA9D8E-52A7-3364-623C-B41932021AEF}"/>
          </ac:picMkLst>
        </pc:picChg>
        <pc:picChg chg="del mod">
          <ac:chgData name="Enrique Such Andreu" userId="e6520695-b170-4e64-ac48-377fb551e0cf" providerId="ADAL" clId="{55192790-8699-4926-8600-B8F1B6A82CE7}" dt="2024-05-13T17:02:28.992" v="97" actId="478"/>
          <ac:picMkLst>
            <pc:docMk/>
            <pc:sldMk cId="2830063761" sldId="266"/>
            <ac:picMk id="11" creationId="{9C14C96A-B2D4-569B-5949-A623476C3F6E}"/>
          </ac:picMkLst>
        </pc:picChg>
        <pc:picChg chg="del">
          <ac:chgData name="Enrique Such Andreu" userId="e6520695-b170-4e64-ac48-377fb551e0cf" providerId="ADAL" clId="{55192790-8699-4926-8600-B8F1B6A82CE7}" dt="2024-05-13T17:02:28.694" v="95" actId="478"/>
          <ac:picMkLst>
            <pc:docMk/>
            <pc:sldMk cId="2830063761" sldId="266"/>
            <ac:picMk id="13" creationId="{99F3F41C-6F25-773B-3B75-ABE8136EF387}"/>
          </ac:picMkLst>
        </pc:picChg>
        <pc:picChg chg="del">
          <ac:chgData name="Enrique Such Andreu" userId="e6520695-b170-4e64-ac48-377fb551e0cf" providerId="ADAL" clId="{55192790-8699-4926-8600-B8F1B6A82CE7}" dt="2024-05-13T17:02:28.109" v="94" actId="478"/>
          <ac:picMkLst>
            <pc:docMk/>
            <pc:sldMk cId="2830063761" sldId="266"/>
            <ac:picMk id="15" creationId="{E4BDA0F3-A948-11C0-37FA-B722A3F7760C}"/>
          </ac:picMkLst>
        </pc:picChg>
      </pc:sldChg>
      <pc:sldChg chg="addSp delSp modSp add mod">
        <pc:chgData name="Enrique Such Andreu" userId="e6520695-b170-4e64-ac48-377fb551e0cf" providerId="ADAL" clId="{55192790-8699-4926-8600-B8F1B6A82CE7}" dt="2024-06-05T23:20:13.736" v="737" actId="1076"/>
        <pc:sldMkLst>
          <pc:docMk/>
          <pc:sldMk cId="3952108955" sldId="267"/>
        </pc:sldMkLst>
        <pc:spChg chg="mod">
          <ac:chgData name="Enrique Such Andreu" userId="e6520695-b170-4e64-ac48-377fb551e0cf" providerId="ADAL" clId="{55192790-8699-4926-8600-B8F1B6A82CE7}" dt="2024-05-13T17:02:38.313" v="112" actId="20577"/>
          <ac:spMkLst>
            <pc:docMk/>
            <pc:sldMk cId="3952108955" sldId="267"/>
            <ac:spMk id="2" creationId="{339E51C8-C53F-1DE7-286B-07980AB00016}"/>
          </ac:spMkLst>
        </pc:spChg>
        <pc:spChg chg="add del mod">
          <ac:chgData name="Enrique Such Andreu" userId="e6520695-b170-4e64-ac48-377fb551e0cf" providerId="ADAL" clId="{55192790-8699-4926-8600-B8F1B6A82CE7}" dt="2024-05-22T18:12:57.439" v="509" actId="478"/>
          <ac:spMkLst>
            <pc:docMk/>
            <pc:sldMk cId="3952108955" sldId="267"/>
            <ac:spMk id="9" creationId="{76ED48CE-3863-6E59-A7CF-BDCB39C03CA2}"/>
          </ac:spMkLst>
        </pc:spChg>
        <pc:picChg chg="del">
          <ac:chgData name="Enrique Such Andreu" userId="e6520695-b170-4e64-ac48-377fb551e0cf" providerId="ADAL" clId="{55192790-8699-4926-8600-B8F1B6A82CE7}" dt="2024-05-13T17:06:23.054" v="198" actId="478"/>
          <ac:picMkLst>
            <pc:docMk/>
            <pc:sldMk cId="3952108955" sldId="267"/>
            <ac:picMk id="3" creationId="{826745EC-F840-4C85-B44F-9E1A67ECBD24}"/>
          </ac:picMkLst>
        </pc:picChg>
        <pc:picChg chg="add del mod">
          <ac:chgData name="Enrique Such Andreu" userId="e6520695-b170-4e64-ac48-377fb551e0cf" providerId="ADAL" clId="{55192790-8699-4926-8600-B8F1B6A82CE7}" dt="2024-06-04T11:36:24.417" v="649" actId="478"/>
          <ac:picMkLst>
            <pc:docMk/>
            <pc:sldMk cId="3952108955" sldId="267"/>
            <ac:picMk id="4" creationId="{15EE1835-621E-BCF2-4F6E-7C3F127E5C55}"/>
          </ac:picMkLst>
        </pc:picChg>
        <pc:picChg chg="add del mod modCrop">
          <ac:chgData name="Enrique Such Andreu" userId="e6520695-b170-4e64-ac48-377fb551e0cf" providerId="ADAL" clId="{55192790-8699-4926-8600-B8F1B6A82CE7}" dt="2024-05-25T17:54:49.936" v="512" actId="478"/>
          <ac:picMkLst>
            <pc:docMk/>
            <pc:sldMk cId="3952108955" sldId="267"/>
            <ac:picMk id="4" creationId="{43963803-BB5F-1AB1-62B6-B7A16551603F}"/>
          </ac:picMkLst>
        </pc:picChg>
        <pc:picChg chg="add mod modCrop">
          <ac:chgData name="Enrique Such Andreu" userId="e6520695-b170-4e64-ac48-377fb551e0cf" providerId="ADAL" clId="{55192790-8699-4926-8600-B8F1B6A82CE7}" dt="2024-06-05T23:19:44.470" v="735" actId="1076"/>
          <ac:picMkLst>
            <pc:docMk/>
            <pc:sldMk cId="3952108955" sldId="267"/>
            <ac:picMk id="5" creationId="{1FDA97B6-D4CF-28D0-C18C-A11C36B1248C}"/>
          </ac:picMkLst>
        </pc:picChg>
        <pc:picChg chg="add del mod modCrop">
          <ac:chgData name="Enrique Such Andreu" userId="e6520695-b170-4e64-ac48-377fb551e0cf" providerId="ADAL" clId="{55192790-8699-4926-8600-B8F1B6A82CE7}" dt="2024-06-03T17:18:50.753" v="579" actId="478"/>
          <ac:picMkLst>
            <pc:docMk/>
            <pc:sldMk cId="3952108955" sldId="267"/>
            <ac:picMk id="5" creationId="{7C2CFC22-A47C-4392-48F8-B718C86FDCB5}"/>
          </ac:picMkLst>
        </pc:picChg>
        <pc:picChg chg="add del mod">
          <ac:chgData name="Enrique Such Andreu" userId="e6520695-b170-4e64-ac48-377fb551e0cf" providerId="ADAL" clId="{55192790-8699-4926-8600-B8F1B6A82CE7}" dt="2024-05-25T17:54:49.936" v="512" actId="478"/>
          <ac:picMkLst>
            <pc:docMk/>
            <pc:sldMk cId="3952108955" sldId="267"/>
            <ac:picMk id="6" creationId="{7E03C907-55D3-1AEB-C527-3344A05D0007}"/>
          </ac:picMkLst>
        </pc:picChg>
        <pc:picChg chg="add del mod">
          <ac:chgData name="Enrique Such Andreu" userId="e6520695-b170-4e64-ac48-377fb551e0cf" providerId="ADAL" clId="{55192790-8699-4926-8600-B8F1B6A82CE7}" dt="2024-06-04T11:37:38.745" v="660" actId="478"/>
          <ac:picMkLst>
            <pc:docMk/>
            <pc:sldMk cId="3952108955" sldId="267"/>
            <ac:picMk id="7" creationId="{49245D52-6E27-1034-7491-A6C4A982CC28}"/>
          </ac:picMkLst>
        </pc:picChg>
        <pc:picChg chg="add del mod">
          <ac:chgData name="Enrique Such Andreu" userId="e6520695-b170-4e64-ac48-377fb551e0cf" providerId="ADAL" clId="{55192790-8699-4926-8600-B8F1B6A82CE7}" dt="2024-05-25T17:54:49.936" v="512" actId="478"/>
          <ac:picMkLst>
            <pc:docMk/>
            <pc:sldMk cId="3952108955" sldId="267"/>
            <ac:picMk id="8" creationId="{8A999131-5960-0465-FB3B-723983C1754B}"/>
          </ac:picMkLst>
        </pc:picChg>
        <pc:picChg chg="add mod">
          <ac:chgData name="Enrique Such Andreu" userId="e6520695-b170-4e64-ac48-377fb551e0cf" providerId="ADAL" clId="{55192790-8699-4926-8600-B8F1B6A82CE7}" dt="2024-06-05T23:19:32.571" v="732" actId="1076"/>
          <ac:picMkLst>
            <pc:docMk/>
            <pc:sldMk cId="3952108955" sldId="267"/>
            <ac:picMk id="8" creationId="{A52A21E3-FA14-45EA-8FFA-C945913ED3CC}"/>
          </ac:picMkLst>
        </pc:picChg>
        <pc:picChg chg="add del mod modCrop">
          <ac:chgData name="Enrique Such Andreu" userId="e6520695-b170-4e64-ac48-377fb551e0cf" providerId="ADAL" clId="{55192790-8699-4926-8600-B8F1B6A82CE7}" dt="2024-05-25T18:01:25.637" v="556" actId="478"/>
          <ac:picMkLst>
            <pc:docMk/>
            <pc:sldMk cId="3952108955" sldId="267"/>
            <ac:picMk id="9" creationId="{3E84D30F-77C2-1B39-132D-D31A40FDE53E}"/>
          </ac:picMkLst>
        </pc:picChg>
        <pc:picChg chg="del">
          <ac:chgData name="Enrique Such Andreu" userId="e6520695-b170-4e64-ac48-377fb551e0cf" providerId="ADAL" clId="{55192790-8699-4926-8600-B8F1B6A82CE7}" dt="2024-05-13T17:06:23.424" v="199" actId="478"/>
          <ac:picMkLst>
            <pc:docMk/>
            <pc:sldMk cId="3952108955" sldId="267"/>
            <ac:picMk id="9" creationId="{D3DA9D8E-52A7-3364-623C-B41932021AEF}"/>
          </ac:picMkLst>
        </pc:picChg>
        <pc:picChg chg="add del mod modCrop">
          <ac:chgData name="Enrique Such Andreu" userId="e6520695-b170-4e64-ac48-377fb551e0cf" providerId="ADAL" clId="{55192790-8699-4926-8600-B8F1B6A82CE7}" dt="2024-06-04T11:41:55.861" v="664" actId="478"/>
          <ac:picMkLst>
            <pc:docMk/>
            <pc:sldMk cId="3952108955" sldId="267"/>
            <ac:picMk id="9" creationId="{D7038226-65A1-1792-0D6E-C4F0C8226955}"/>
          </ac:picMkLst>
        </pc:picChg>
        <pc:picChg chg="del">
          <ac:chgData name="Enrique Such Andreu" userId="e6520695-b170-4e64-ac48-377fb551e0cf" providerId="ADAL" clId="{55192790-8699-4926-8600-B8F1B6A82CE7}" dt="2024-05-13T17:06:23.771" v="200" actId="478"/>
          <ac:picMkLst>
            <pc:docMk/>
            <pc:sldMk cId="3952108955" sldId="267"/>
            <ac:picMk id="11" creationId="{9C14C96A-B2D4-569B-5949-A623476C3F6E}"/>
          </ac:picMkLst>
        </pc:picChg>
        <pc:picChg chg="add mod">
          <ac:chgData name="Enrique Such Andreu" userId="e6520695-b170-4e64-ac48-377fb551e0cf" providerId="ADAL" clId="{55192790-8699-4926-8600-B8F1B6A82CE7}" dt="2024-06-05T23:20:13.736" v="737" actId="1076"/>
          <ac:picMkLst>
            <pc:docMk/>
            <pc:sldMk cId="3952108955" sldId="267"/>
            <ac:picMk id="11" creationId="{A4045C55-FDDA-78F2-7046-99A3CAC2848A}"/>
          </ac:picMkLst>
        </pc:picChg>
        <pc:picChg chg="add del mod">
          <ac:chgData name="Enrique Such Andreu" userId="e6520695-b170-4e64-ac48-377fb551e0cf" providerId="ADAL" clId="{55192790-8699-4926-8600-B8F1B6A82CE7}" dt="2024-06-03T17:20:23.466" v="585" actId="478"/>
          <ac:picMkLst>
            <pc:docMk/>
            <pc:sldMk cId="3952108955" sldId="267"/>
            <ac:picMk id="11" creationId="{BE4AF618-2380-68FE-1FE6-FA4808E6E3C4}"/>
          </ac:picMkLst>
        </pc:picChg>
        <pc:picChg chg="add del mod modCrop">
          <ac:chgData name="Enrique Such Andreu" userId="e6520695-b170-4e64-ac48-377fb551e0cf" providerId="ADAL" clId="{55192790-8699-4926-8600-B8F1B6A82CE7}" dt="2024-06-04T11:44:44.472" v="673" actId="478"/>
          <ac:picMkLst>
            <pc:docMk/>
            <pc:sldMk cId="3952108955" sldId="267"/>
            <ac:picMk id="12" creationId="{AD9861CF-6618-AD1C-D07A-42B2458CF666}"/>
          </ac:picMkLst>
        </pc:picChg>
        <pc:picChg chg="del">
          <ac:chgData name="Enrique Such Andreu" userId="e6520695-b170-4e64-ac48-377fb551e0cf" providerId="ADAL" clId="{55192790-8699-4926-8600-B8F1B6A82CE7}" dt="2024-05-13T17:06:24.452" v="202" actId="478"/>
          <ac:picMkLst>
            <pc:docMk/>
            <pc:sldMk cId="3952108955" sldId="267"/>
            <ac:picMk id="13" creationId="{99F3F41C-6F25-773B-3B75-ABE8136EF387}"/>
          </ac:picMkLst>
        </pc:picChg>
        <pc:picChg chg="add del mod modCrop">
          <ac:chgData name="Enrique Such Andreu" userId="e6520695-b170-4e64-ac48-377fb551e0cf" providerId="ADAL" clId="{55192790-8699-4926-8600-B8F1B6A82CE7}" dt="2024-06-03T17:21:59.572" v="594" actId="478"/>
          <ac:picMkLst>
            <pc:docMk/>
            <pc:sldMk cId="3952108955" sldId="267"/>
            <ac:picMk id="13" creationId="{B90455F1-083A-71A3-2F12-4CB9112080AF}"/>
          </ac:picMkLst>
        </pc:picChg>
        <pc:picChg chg="add mod">
          <ac:chgData name="Enrique Such Andreu" userId="e6520695-b170-4e64-ac48-377fb551e0cf" providerId="ADAL" clId="{55192790-8699-4926-8600-B8F1B6A82CE7}" dt="2024-06-05T23:20:07.545" v="736" actId="1076"/>
          <ac:picMkLst>
            <pc:docMk/>
            <pc:sldMk cId="3952108955" sldId="267"/>
            <ac:picMk id="14" creationId="{80E3BB32-D055-38D1-CA7E-428598FED472}"/>
          </ac:picMkLst>
        </pc:picChg>
        <pc:picChg chg="add del mod">
          <ac:chgData name="Enrique Such Andreu" userId="e6520695-b170-4e64-ac48-377fb551e0cf" providerId="ADAL" clId="{55192790-8699-4926-8600-B8F1B6A82CE7}" dt="2024-06-03T17:22:52.821" v="601" actId="478"/>
          <ac:picMkLst>
            <pc:docMk/>
            <pc:sldMk cId="3952108955" sldId="267"/>
            <ac:picMk id="15" creationId="{7FAA9348-65A0-9ABE-559D-6C7F5F80F01E}"/>
          </ac:picMkLst>
        </pc:picChg>
        <pc:picChg chg="del">
          <ac:chgData name="Enrique Such Andreu" userId="e6520695-b170-4e64-ac48-377fb551e0cf" providerId="ADAL" clId="{55192790-8699-4926-8600-B8F1B6A82CE7}" dt="2024-05-13T17:06:24.141" v="201" actId="478"/>
          <ac:picMkLst>
            <pc:docMk/>
            <pc:sldMk cId="3952108955" sldId="267"/>
            <ac:picMk id="15" creationId="{E4BDA0F3-A948-11C0-37FA-B722A3F7760C}"/>
          </ac:picMkLst>
        </pc:picChg>
      </pc:sldChg>
      <pc:sldChg chg="addSp delSp modSp add mod">
        <pc:chgData name="Enrique Such Andreu" userId="e6520695-b170-4e64-ac48-377fb551e0cf" providerId="ADAL" clId="{55192790-8699-4926-8600-B8F1B6A82CE7}" dt="2024-05-22T18:11:51.411" v="508" actId="1076"/>
        <pc:sldMkLst>
          <pc:docMk/>
          <pc:sldMk cId="543713325" sldId="268"/>
        </pc:sldMkLst>
        <pc:spChg chg="mod">
          <ac:chgData name="Enrique Such Andreu" userId="e6520695-b170-4e64-ac48-377fb551e0cf" providerId="ADAL" clId="{55192790-8699-4926-8600-B8F1B6A82CE7}" dt="2024-05-13T17:01:50.907" v="70" actId="1076"/>
          <ac:spMkLst>
            <pc:docMk/>
            <pc:sldMk cId="543713325" sldId="268"/>
            <ac:spMk id="2" creationId="{339E51C8-C53F-1DE7-286B-07980AB00016}"/>
          </ac:spMkLst>
        </pc:spChg>
        <pc:picChg chg="del">
          <ac:chgData name="Enrique Such Andreu" userId="e6520695-b170-4e64-ac48-377fb551e0cf" providerId="ADAL" clId="{55192790-8699-4926-8600-B8F1B6A82CE7}" dt="2024-05-13T17:01:54.766" v="75" actId="478"/>
          <ac:picMkLst>
            <pc:docMk/>
            <pc:sldMk cId="543713325" sldId="268"/>
            <ac:picMk id="3" creationId="{826745EC-F840-4C85-B44F-9E1A67ECBD24}"/>
          </ac:picMkLst>
        </pc:picChg>
        <pc:picChg chg="add mod">
          <ac:chgData name="Enrique Such Andreu" userId="e6520695-b170-4e64-ac48-377fb551e0cf" providerId="ADAL" clId="{55192790-8699-4926-8600-B8F1B6A82CE7}" dt="2024-05-22T18:11:18.203" v="505" actId="1076"/>
          <ac:picMkLst>
            <pc:docMk/>
            <pc:sldMk cId="543713325" sldId="268"/>
            <ac:picMk id="4" creationId="{05741B76-F0CB-AC5C-462B-0F73E402BCB0}"/>
          </ac:picMkLst>
        </pc:picChg>
        <pc:picChg chg="add mod">
          <ac:chgData name="Enrique Such Andreu" userId="e6520695-b170-4e64-ac48-377fb551e0cf" providerId="ADAL" clId="{55192790-8699-4926-8600-B8F1B6A82CE7}" dt="2024-05-22T18:11:51.411" v="508" actId="1076"/>
          <ac:picMkLst>
            <pc:docMk/>
            <pc:sldMk cId="543713325" sldId="268"/>
            <ac:picMk id="6" creationId="{1C7620C3-29F6-FA34-9D60-FCFA67CD73AC}"/>
          </ac:picMkLst>
        </pc:picChg>
        <pc:picChg chg="add mod">
          <ac:chgData name="Enrique Such Andreu" userId="e6520695-b170-4e64-ac48-377fb551e0cf" providerId="ADAL" clId="{55192790-8699-4926-8600-B8F1B6A82CE7}" dt="2024-05-22T18:11:00.483" v="497" actId="1076"/>
          <ac:picMkLst>
            <pc:docMk/>
            <pc:sldMk cId="543713325" sldId="268"/>
            <ac:picMk id="8" creationId="{62FDDE46-1507-3196-2A02-D710B5B52719}"/>
          </ac:picMkLst>
        </pc:picChg>
        <pc:picChg chg="del">
          <ac:chgData name="Enrique Such Andreu" userId="e6520695-b170-4e64-ac48-377fb551e0cf" providerId="ADAL" clId="{55192790-8699-4926-8600-B8F1B6A82CE7}" dt="2024-05-13T17:01:54.429" v="74" actId="478"/>
          <ac:picMkLst>
            <pc:docMk/>
            <pc:sldMk cId="543713325" sldId="268"/>
            <ac:picMk id="9" creationId="{D3DA9D8E-52A7-3364-623C-B41932021AEF}"/>
          </ac:picMkLst>
        </pc:picChg>
        <pc:picChg chg="del">
          <ac:chgData name="Enrique Such Andreu" userId="e6520695-b170-4e64-ac48-377fb551e0cf" providerId="ADAL" clId="{55192790-8699-4926-8600-B8F1B6A82CE7}" dt="2024-05-13T17:01:53.982" v="73" actId="478"/>
          <ac:picMkLst>
            <pc:docMk/>
            <pc:sldMk cId="543713325" sldId="268"/>
            <ac:picMk id="11" creationId="{9C14C96A-B2D4-569B-5949-A623476C3F6E}"/>
          </ac:picMkLst>
        </pc:picChg>
        <pc:picChg chg="del">
          <ac:chgData name="Enrique Such Andreu" userId="e6520695-b170-4e64-ac48-377fb551e0cf" providerId="ADAL" clId="{55192790-8699-4926-8600-B8F1B6A82CE7}" dt="2024-05-13T17:01:53.501" v="72" actId="478"/>
          <ac:picMkLst>
            <pc:docMk/>
            <pc:sldMk cId="543713325" sldId="268"/>
            <ac:picMk id="13" creationId="{99F3F41C-6F25-773B-3B75-ABE8136EF387}"/>
          </ac:picMkLst>
        </pc:picChg>
        <pc:picChg chg="del">
          <ac:chgData name="Enrique Such Andreu" userId="e6520695-b170-4e64-ac48-377fb551e0cf" providerId="ADAL" clId="{55192790-8699-4926-8600-B8F1B6A82CE7}" dt="2024-05-13T17:01:53.077" v="71" actId="478"/>
          <ac:picMkLst>
            <pc:docMk/>
            <pc:sldMk cId="543713325" sldId="268"/>
            <ac:picMk id="15" creationId="{E4BDA0F3-A948-11C0-37FA-B722A3F7760C}"/>
          </ac:picMkLst>
        </pc:picChg>
      </pc:sldChg>
      <pc:sldChg chg="addSp delSp modSp add mod ord">
        <pc:chgData name="Enrique Such Andreu" userId="e6520695-b170-4e64-ac48-377fb551e0cf" providerId="ADAL" clId="{55192790-8699-4926-8600-B8F1B6A82CE7}" dt="2024-06-05T22:39:56.420" v="725" actId="14826"/>
        <pc:sldMkLst>
          <pc:docMk/>
          <pc:sldMk cId="2610786703" sldId="269"/>
        </pc:sldMkLst>
        <pc:spChg chg="mod">
          <ac:chgData name="Enrique Such Andreu" userId="e6520695-b170-4e64-ac48-377fb551e0cf" providerId="ADAL" clId="{55192790-8699-4926-8600-B8F1B6A82CE7}" dt="2024-05-13T17:06:43.729" v="212" actId="1076"/>
          <ac:spMkLst>
            <pc:docMk/>
            <pc:sldMk cId="2610786703" sldId="269"/>
            <ac:spMk id="2" creationId="{16625C6C-F219-7910-AD02-E264D422780C}"/>
          </ac:spMkLst>
        </pc:spChg>
        <pc:spChg chg="add del mod">
          <ac:chgData name="Enrique Such Andreu" userId="e6520695-b170-4e64-ac48-377fb551e0cf" providerId="ADAL" clId="{55192790-8699-4926-8600-B8F1B6A82CE7}" dt="2024-06-04T17:43:46.625" v="703" actId="478"/>
          <ac:spMkLst>
            <pc:docMk/>
            <pc:sldMk cId="2610786703" sldId="269"/>
            <ac:spMk id="4" creationId="{734C57D9-736E-0270-255C-1A7680006891}"/>
          </ac:spMkLst>
        </pc:spChg>
        <pc:spChg chg="del">
          <ac:chgData name="Enrique Such Andreu" userId="e6520695-b170-4e64-ac48-377fb551e0cf" providerId="ADAL" clId="{55192790-8699-4926-8600-B8F1B6A82CE7}" dt="2024-05-30T19:00:32.143" v="563" actId="22"/>
          <ac:spMkLst>
            <pc:docMk/>
            <pc:sldMk cId="2610786703" sldId="269"/>
            <ac:spMk id="4" creationId="{937A7BE0-3397-1154-E09C-49B8B18D7E0D}"/>
          </ac:spMkLst>
        </pc:spChg>
        <pc:picChg chg="add del mod ord">
          <ac:chgData name="Enrique Such Andreu" userId="e6520695-b170-4e64-ac48-377fb551e0cf" providerId="ADAL" clId="{55192790-8699-4926-8600-B8F1B6A82CE7}" dt="2024-06-04T17:43:42.180" v="700" actId="478"/>
          <ac:picMkLst>
            <pc:docMk/>
            <pc:sldMk cId="2610786703" sldId="269"/>
            <ac:picMk id="5" creationId="{0FBF5F78-BAB3-9BB9-58AB-6B987FDD60D9}"/>
          </ac:picMkLst>
        </pc:picChg>
        <pc:picChg chg="add del mod">
          <ac:chgData name="Enrique Such Andreu" userId="e6520695-b170-4e64-ac48-377fb551e0cf" providerId="ADAL" clId="{55192790-8699-4926-8600-B8F1B6A82CE7}" dt="2024-06-04T17:44:56.778" v="708" actId="478"/>
          <ac:picMkLst>
            <pc:docMk/>
            <pc:sldMk cId="2610786703" sldId="269"/>
            <ac:picMk id="7" creationId="{36D219A8-A328-91D2-E2FC-BF8CB39751F3}"/>
          </ac:picMkLst>
        </pc:picChg>
        <pc:picChg chg="add mod">
          <ac:chgData name="Enrique Such Andreu" userId="e6520695-b170-4e64-ac48-377fb551e0cf" providerId="ADAL" clId="{55192790-8699-4926-8600-B8F1B6A82CE7}" dt="2024-06-05T22:38:33.664" v="719" actId="14826"/>
          <ac:picMkLst>
            <pc:docMk/>
            <pc:sldMk cId="2610786703" sldId="269"/>
            <ac:picMk id="8" creationId="{DBCC998D-9F66-A941-EEE5-853A2FC14917}"/>
          </ac:picMkLst>
        </pc:picChg>
        <pc:picChg chg="add del mod">
          <ac:chgData name="Enrique Such Andreu" userId="e6520695-b170-4e64-ac48-377fb551e0cf" providerId="ADAL" clId="{55192790-8699-4926-8600-B8F1B6A82CE7}" dt="2024-06-04T17:46:59.643" v="714" actId="478"/>
          <ac:picMkLst>
            <pc:docMk/>
            <pc:sldMk cId="2610786703" sldId="269"/>
            <ac:picMk id="9" creationId="{306695D7-4F14-CFFB-FA80-947DAB48C608}"/>
          </ac:picMkLst>
        </pc:picChg>
        <pc:picChg chg="add del mod">
          <ac:chgData name="Enrique Such Andreu" userId="e6520695-b170-4e64-ac48-377fb551e0cf" providerId="ADAL" clId="{55192790-8699-4926-8600-B8F1B6A82CE7}" dt="2024-06-05T22:39:11.920" v="724" actId="1076"/>
          <ac:picMkLst>
            <pc:docMk/>
            <pc:sldMk cId="2610786703" sldId="269"/>
            <ac:picMk id="13" creationId="{AC230925-38EF-2535-0ED3-8D18438FF28F}"/>
          </ac:picMkLst>
        </pc:picChg>
        <pc:picChg chg="add mod">
          <ac:chgData name="Enrique Such Andreu" userId="e6520695-b170-4e64-ac48-377fb551e0cf" providerId="ADAL" clId="{55192790-8699-4926-8600-B8F1B6A82CE7}" dt="2024-06-05T22:39:56.420" v="725" actId="14826"/>
          <ac:picMkLst>
            <pc:docMk/>
            <pc:sldMk cId="2610786703" sldId="269"/>
            <ac:picMk id="17" creationId="{DA9FABDE-F0F2-FF52-D2A4-EF552B35A0C4}"/>
          </ac:picMkLst>
        </pc:picChg>
      </pc:sldChg>
      <pc:sldChg chg="delSp add del ord setBg delDesignElem">
        <pc:chgData name="Enrique Such Andreu" userId="e6520695-b170-4e64-ac48-377fb551e0cf" providerId="ADAL" clId="{55192790-8699-4926-8600-B8F1B6A82CE7}" dt="2024-05-13T17:01:11.891" v="37" actId="2696"/>
        <pc:sldMkLst>
          <pc:docMk/>
          <pc:sldMk cId="3356208751" sldId="269"/>
        </pc:sldMkLst>
        <pc:spChg chg="del">
          <ac:chgData name="Enrique Such Andreu" userId="e6520695-b170-4e64-ac48-377fb551e0cf" providerId="ADAL" clId="{55192790-8699-4926-8600-B8F1B6A82CE7}" dt="2024-05-13T17:01:05.700" v="34"/>
          <ac:spMkLst>
            <pc:docMk/>
            <pc:sldMk cId="3356208751" sldId="269"/>
            <ac:spMk id="10" creationId="{0BABF38A-8A0D-492E-BD20-6CF4D46B50BD}"/>
          </ac:spMkLst>
        </pc:spChg>
        <pc:spChg chg="del">
          <ac:chgData name="Enrique Such Andreu" userId="e6520695-b170-4e64-ac48-377fb551e0cf" providerId="ADAL" clId="{55192790-8699-4926-8600-B8F1B6A82CE7}" dt="2024-05-13T17:01:05.700" v="34"/>
          <ac:spMkLst>
            <pc:docMk/>
            <pc:sldMk cId="3356208751" sldId="269"/>
            <ac:spMk id="14" creationId="{F1174801-1395-44C5-9B00-CCAC45C056E7}"/>
          </ac:spMkLst>
        </pc:spChg>
        <pc:spChg chg="del">
          <ac:chgData name="Enrique Such Andreu" userId="e6520695-b170-4e64-ac48-377fb551e0cf" providerId="ADAL" clId="{55192790-8699-4926-8600-B8F1B6A82CE7}" dt="2024-05-13T17:01:05.700" v="34"/>
          <ac:spMkLst>
            <pc:docMk/>
            <pc:sldMk cId="3356208751" sldId="269"/>
            <ac:spMk id="16" creationId="{8BADB362-9771-4A3C-B9E5-6777F34C5041}"/>
          </ac:spMkLst>
        </pc:spChg>
        <pc:spChg chg="del">
          <ac:chgData name="Enrique Such Andreu" userId="e6520695-b170-4e64-ac48-377fb551e0cf" providerId="ADAL" clId="{55192790-8699-4926-8600-B8F1B6A82CE7}" dt="2024-05-13T17:01:05.700" v="34"/>
          <ac:spMkLst>
            <pc:docMk/>
            <pc:sldMk cId="3356208751" sldId="269"/>
            <ac:spMk id="18" creationId="{EE0EF321-8351-49AB-BA30-A90615C80EEA}"/>
          </ac:spMkLst>
        </pc:spChg>
        <pc:spChg chg="del">
          <ac:chgData name="Enrique Such Andreu" userId="e6520695-b170-4e64-ac48-377fb551e0cf" providerId="ADAL" clId="{55192790-8699-4926-8600-B8F1B6A82CE7}" dt="2024-05-13T17:01:05.700" v="34"/>
          <ac:spMkLst>
            <pc:docMk/>
            <pc:sldMk cId="3356208751" sldId="269"/>
            <ac:spMk id="20" creationId="{7F729D3C-986A-4A27-A9FF-0A07A0959FEA}"/>
          </ac:spMkLst>
        </pc:spChg>
        <pc:picChg chg="del">
          <ac:chgData name="Enrique Such Andreu" userId="e6520695-b170-4e64-ac48-377fb551e0cf" providerId="ADAL" clId="{55192790-8699-4926-8600-B8F1B6A82CE7}" dt="2024-05-13T17:01:05.700" v="34"/>
          <ac:picMkLst>
            <pc:docMk/>
            <pc:sldMk cId="3356208751" sldId="269"/>
            <ac:picMk id="12" creationId="{1CB7E8AE-A3AC-4BB7-A5C6-F00EC697B265}"/>
          </ac:picMkLst>
        </pc:picChg>
      </pc:sldChg>
      <pc:sldChg chg="addSp delSp modSp add mod setBg">
        <pc:chgData name="Enrique Such Andreu" userId="e6520695-b170-4e64-ac48-377fb551e0cf" providerId="ADAL" clId="{55192790-8699-4926-8600-B8F1B6A82CE7}" dt="2024-05-16T17:57:18.750" v="363" actId="1076"/>
        <pc:sldMkLst>
          <pc:docMk/>
          <pc:sldMk cId="4239267800" sldId="270"/>
        </pc:sldMkLst>
        <pc:spChg chg="mod">
          <ac:chgData name="Enrique Such Andreu" userId="e6520695-b170-4e64-ac48-377fb551e0cf" providerId="ADAL" clId="{55192790-8699-4926-8600-B8F1B6A82CE7}" dt="2024-05-16T17:56:25.696" v="340" actId="1076"/>
          <ac:spMkLst>
            <pc:docMk/>
            <pc:sldMk cId="4239267800" sldId="270"/>
            <ac:spMk id="2" creationId="{339E51C8-C53F-1DE7-286B-07980AB00016}"/>
          </ac:spMkLst>
        </pc:spChg>
        <pc:spChg chg="add del">
          <ac:chgData name="Enrique Such Andreu" userId="e6520695-b170-4e64-ac48-377fb551e0cf" providerId="ADAL" clId="{55192790-8699-4926-8600-B8F1B6A82CE7}" dt="2024-05-16T17:56:13.791" v="339" actId="26606"/>
          <ac:spMkLst>
            <pc:docMk/>
            <pc:sldMk cId="4239267800" sldId="270"/>
            <ac:spMk id="13" creationId="{0BABF38A-8A0D-492E-BD20-6CF4D46B50BD}"/>
          </ac:spMkLst>
        </pc:spChg>
        <pc:spChg chg="add del">
          <ac:chgData name="Enrique Such Andreu" userId="e6520695-b170-4e64-ac48-377fb551e0cf" providerId="ADAL" clId="{55192790-8699-4926-8600-B8F1B6A82CE7}" dt="2024-05-16T17:56:13.791" v="339" actId="26606"/>
          <ac:spMkLst>
            <pc:docMk/>
            <pc:sldMk cId="4239267800" sldId="270"/>
            <ac:spMk id="17" creationId="{310E06F9-9F12-4D1B-92C0-4B30818D093E}"/>
          </ac:spMkLst>
        </pc:spChg>
        <pc:spChg chg="add del">
          <ac:chgData name="Enrique Such Andreu" userId="e6520695-b170-4e64-ac48-377fb551e0cf" providerId="ADAL" clId="{55192790-8699-4926-8600-B8F1B6A82CE7}" dt="2024-05-16T17:56:13.791" v="339" actId="26606"/>
          <ac:spMkLst>
            <pc:docMk/>
            <pc:sldMk cId="4239267800" sldId="270"/>
            <ac:spMk id="19" creationId="{7DA29CF3-8B8B-4DDF-A19B-72E0059DD5DC}"/>
          </ac:spMkLst>
        </pc:spChg>
        <pc:spChg chg="add del">
          <ac:chgData name="Enrique Such Andreu" userId="e6520695-b170-4e64-ac48-377fb551e0cf" providerId="ADAL" clId="{55192790-8699-4926-8600-B8F1B6A82CE7}" dt="2024-05-16T17:56:13.791" v="339" actId="26606"/>
          <ac:spMkLst>
            <pc:docMk/>
            <pc:sldMk cId="4239267800" sldId="270"/>
            <ac:spMk id="21" creationId="{CDC57656-A01F-4B32-B5C4-D171EDC97127}"/>
          </ac:spMkLst>
        </pc:spChg>
        <pc:spChg chg="add del">
          <ac:chgData name="Enrique Such Andreu" userId="e6520695-b170-4e64-ac48-377fb551e0cf" providerId="ADAL" clId="{55192790-8699-4926-8600-B8F1B6A82CE7}" dt="2024-05-16T17:56:13.791" v="339" actId="26606"/>
          <ac:spMkLst>
            <pc:docMk/>
            <pc:sldMk cId="4239267800" sldId="270"/>
            <ac:spMk id="23" creationId="{CDEA49F7-1946-40FE-ACF9-81D0AC97CAF9}"/>
          </ac:spMkLst>
        </pc:spChg>
        <pc:spChg chg="add">
          <ac:chgData name="Enrique Such Andreu" userId="e6520695-b170-4e64-ac48-377fb551e0cf" providerId="ADAL" clId="{55192790-8699-4926-8600-B8F1B6A82CE7}" dt="2024-05-16T17:56:13.791" v="339" actId="26606"/>
          <ac:spMkLst>
            <pc:docMk/>
            <pc:sldMk cId="4239267800" sldId="270"/>
            <ac:spMk id="28" creationId="{0BABF38A-8A0D-492E-BD20-6CF4D46B50BD}"/>
          </ac:spMkLst>
        </pc:spChg>
        <pc:spChg chg="add">
          <ac:chgData name="Enrique Such Andreu" userId="e6520695-b170-4e64-ac48-377fb551e0cf" providerId="ADAL" clId="{55192790-8699-4926-8600-B8F1B6A82CE7}" dt="2024-05-16T17:56:13.791" v="339" actId="26606"/>
          <ac:spMkLst>
            <pc:docMk/>
            <pc:sldMk cId="4239267800" sldId="270"/>
            <ac:spMk id="32" creationId="{729F2144-48B7-4730-955E-365ECED3ABE0}"/>
          </ac:spMkLst>
        </pc:spChg>
        <pc:spChg chg="add">
          <ac:chgData name="Enrique Such Andreu" userId="e6520695-b170-4e64-ac48-377fb551e0cf" providerId="ADAL" clId="{55192790-8699-4926-8600-B8F1B6A82CE7}" dt="2024-05-16T17:56:13.791" v="339" actId="26606"/>
          <ac:spMkLst>
            <pc:docMk/>
            <pc:sldMk cId="4239267800" sldId="270"/>
            <ac:spMk id="34" creationId="{E765FF50-D2F9-4A4F-86ED-F101E172BA93}"/>
          </ac:spMkLst>
        </pc:spChg>
        <pc:picChg chg="add mod modCrop">
          <ac:chgData name="Enrique Such Andreu" userId="e6520695-b170-4e64-ac48-377fb551e0cf" providerId="ADAL" clId="{55192790-8699-4926-8600-B8F1B6A82CE7}" dt="2024-05-16T17:57:18.750" v="363" actId="1076"/>
          <ac:picMkLst>
            <pc:docMk/>
            <pc:sldMk cId="4239267800" sldId="270"/>
            <ac:picMk id="4" creationId="{85410B3D-DA81-B9D8-81D6-D212A1D02655}"/>
          </ac:picMkLst>
        </pc:picChg>
        <pc:picChg chg="add mod ord modCrop">
          <ac:chgData name="Enrique Such Andreu" userId="e6520695-b170-4e64-ac48-377fb551e0cf" providerId="ADAL" clId="{55192790-8699-4926-8600-B8F1B6A82CE7}" dt="2024-05-16T17:57:11.264" v="361" actId="1076"/>
          <ac:picMkLst>
            <pc:docMk/>
            <pc:sldMk cId="4239267800" sldId="270"/>
            <ac:picMk id="6" creationId="{6507D157-EF71-2286-E1FC-B9402D421BBA}"/>
          </ac:picMkLst>
        </pc:picChg>
        <pc:picChg chg="add mod ord">
          <ac:chgData name="Enrique Such Andreu" userId="e6520695-b170-4e64-ac48-377fb551e0cf" providerId="ADAL" clId="{55192790-8699-4926-8600-B8F1B6A82CE7}" dt="2024-05-16T17:57:13.112" v="362" actId="1076"/>
          <ac:picMkLst>
            <pc:docMk/>
            <pc:sldMk cId="4239267800" sldId="270"/>
            <ac:picMk id="8" creationId="{E61271F6-F6C9-9F30-7605-D3BE4C540A74}"/>
          </ac:picMkLst>
        </pc:picChg>
        <pc:picChg chg="add del">
          <ac:chgData name="Enrique Such Andreu" userId="e6520695-b170-4e64-ac48-377fb551e0cf" providerId="ADAL" clId="{55192790-8699-4926-8600-B8F1B6A82CE7}" dt="2024-05-16T17:56:13.791" v="339" actId="26606"/>
          <ac:picMkLst>
            <pc:docMk/>
            <pc:sldMk cId="4239267800" sldId="270"/>
            <ac:picMk id="15" creationId="{1CB7E8AE-A3AC-4BB7-A5C6-F00EC697B265}"/>
          </ac:picMkLst>
        </pc:picChg>
        <pc:picChg chg="add">
          <ac:chgData name="Enrique Such Andreu" userId="e6520695-b170-4e64-ac48-377fb551e0cf" providerId="ADAL" clId="{55192790-8699-4926-8600-B8F1B6A82CE7}" dt="2024-05-16T17:56:13.791" v="339" actId="26606"/>
          <ac:picMkLst>
            <pc:docMk/>
            <pc:sldMk cId="4239267800" sldId="270"/>
            <ac:picMk id="30" creationId="{1CB7E8AE-A3AC-4BB7-A5C6-F00EC697B265}"/>
          </ac:picMkLst>
        </pc:picChg>
        <pc:picChg chg="add">
          <ac:chgData name="Enrique Such Andreu" userId="e6520695-b170-4e64-ac48-377fb551e0cf" providerId="ADAL" clId="{55192790-8699-4926-8600-B8F1B6A82CE7}" dt="2024-05-16T17:56:13.791" v="339" actId="26606"/>
          <ac:picMkLst>
            <pc:docMk/>
            <pc:sldMk cId="4239267800" sldId="270"/>
            <ac:picMk id="36" creationId="{FFECA84E-1776-4B03-9261-CF74A291DF06}"/>
          </ac:picMkLst>
        </pc:picChg>
        <pc:picChg chg="add">
          <ac:chgData name="Enrique Such Andreu" userId="e6520695-b170-4e64-ac48-377fb551e0cf" providerId="ADAL" clId="{55192790-8699-4926-8600-B8F1B6A82CE7}" dt="2024-05-16T17:56:13.791" v="339" actId="26606"/>
          <ac:picMkLst>
            <pc:docMk/>
            <pc:sldMk cId="4239267800" sldId="270"/>
            <ac:picMk id="38" creationId="{2BFFF490-82EC-4000-BB36-A67FD39E3AD1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9T18:13:01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3863 6177,'0'0'9780,"0"-42"-9394,10-502 4019,37-255-1974,8-429-1940,-53 1122-575,1 30 63,-9-85 0,-2 113 30,-26-89 0,-3-11-50,26 59 16,3-165 0,8 242 4,0-4-43,2 1-1,-1-1 1,2 1 0,0 0-1,1 0 1,1 0-1,0 0 1,10-18-1,-13 26 66,0 1 1,0-1-1,-1 0 0,0 0 0,0 0 0,0 0 0,-1-9 1,0 22-348,3 60-4215,7-23-1259,-1-28 148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9T18:14:01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0 19476,'-5'39'1687,"0"5"-1455,-23 215 132,20 265 2484,10-448-2527,28 423 963,-4-115-1146,-19 111 47,-7-493-249,4-32-475,36-387 286,-12 107 71,70-323 0,-57 423-1297,-22 69-3266,-11 51-2143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9T18:14:56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25021,'0'0'4097,"0"32"-4281,0-35-2328,0 0 119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6/6/2024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00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6/6/2024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23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6/6/2024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953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6/6/2024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49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6/6/2024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335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6/6/2024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336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6/6/2024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631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6/6/2024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90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6/6/2024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67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6/6/2024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3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6/6/2024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73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7" r:id="rId8"/>
    <p:sldLayoutId id="2147483694" r:id="rId9"/>
    <p:sldLayoutId id="2147483695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68" Type="http://schemas.openxmlformats.org/officeDocument/2006/relationships/image" Target="../media/image3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1.xml"/><Relationship Id="rId6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729F2144-48B7-4730-955E-365ECED3A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E765FF50-D2F9-4A4F-86ED-F101E172B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44A996-3724-94EE-9733-C090FA5A72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13189"/>
            <a:ext cx="5797883" cy="2667000"/>
          </a:xfrm>
        </p:spPr>
        <p:txBody>
          <a:bodyPr anchor="b">
            <a:normAutofit/>
          </a:bodyPr>
          <a:lstStyle/>
          <a:p>
            <a:pPr algn="l"/>
            <a:r>
              <a:rPr lang="es-ES" sz="5400" dirty="0">
                <a:solidFill>
                  <a:schemeClr val="tx2"/>
                </a:solidFill>
              </a:rPr>
              <a:t>DESIGN BOOK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BD7819-5C88-15A8-8090-D3BDC3C78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408788"/>
            <a:ext cx="5797882" cy="1785690"/>
          </a:xfrm>
        </p:spPr>
        <p:txBody>
          <a:bodyPr anchor="t">
            <a:normAutofit/>
          </a:bodyPr>
          <a:lstStyle/>
          <a:p>
            <a:pPr algn="l"/>
            <a:r>
              <a:rPr lang="es-ES" sz="2200" dirty="0">
                <a:solidFill>
                  <a:schemeClr val="tx2"/>
                </a:solidFill>
              </a:rPr>
              <a:t>Enrique Such Andreu</a:t>
            </a:r>
          </a:p>
        </p:txBody>
      </p:sp>
      <p:pic>
        <p:nvPicPr>
          <p:cNvPr id="23" name="Picture 3">
            <a:extLst>
              <a:ext uri="{FF2B5EF4-FFF2-40B4-BE49-F238E27FC236}">
                <a16:creationId xmlns:a16="http://schemas.microsoft.com/office/drawing/2014/main" id="{422E25C4-1D2A-702B-A179-6EA03F72EB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77" r="14360"/>
          <a:stretch/>
        </p:blipFill>
        <p:spPr>
          <a:xfrm>
            <a:off x="7162800" y="10"/>
            <a:ext cx="5029200" cy="5693802"/>
          </a:xfrm>
          <a:prstGeom prst="rect">
            <a:avLst/>
          </a:prstGeom>
        </p:spPr>
      </p:pic>
      <p:sp>
        <p:nvSpPr>
          <p:cNvPr id="24" name="Rectangle 12">
            <a:extLst>
              <a:ext uri="{FF2B5EF4-FFF2-40B4-BE49-F238E27FC236}">
                <a16:creationId xmlns:a16="http://schemas.microsoft.com/office/drawing/2014/main" id="{04D834C7-8223-43DA-AA30-E15A1BC7B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93812"/>
            <a:ext cx="12192000" cy="1164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B62DE6C5-8EB8-4E41-B0FF-93563AA4C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1" y="5693811"/>
            <a:ext cx="12191999" cy="1164188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4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6B0FCFA-8A2E-4F10-87BD-34565BD7C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DA72A5-2775-4FE6-9A97-1C8DEE0E0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8966E53-3C41-4F5A-A432-755BFE5D7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33400"/>
            <a:ext cx="2438400" cy="2438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47F75BB-A3CB-4161-B316-A2A9C88F7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>
            <a:off x="10820400" y="3144779"/>
            <a:ext cx="1371600" cy="254834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5851076-3C6D-1D93-E582-142221656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775412"/>
            <a:ext cx="7391400" cy="25932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MI PERSONAJE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E33D60-F3C1-0BB9-363D-EADD2CACD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7604" y="3505200"/>
            <a:ext cx="7379748" cy="2667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solidFill>
                  <a:schemeClr val="tx2"/>
                </a:solidFill>
              </a:rPr>
              <a:t>Tipo de </a:t>
            </a:r>
            <a:r>
              <a:rPr lang="en-US" sz="2200" dirty="0" err="1">
                <a:solidFill>
                  <a:schemeClr val="tx2"/>
                </a:solidFill>
              </a:rPr>
              <a:t>personaje</a:t>
            </a:r>
            <a:r>
              <a:rPr lang="en-US" sz="2200" dirty="0">
                <a:solidFill>
                  <a:schemeClr val="tx2"/>
                </a:solidFill>
              </a:rPr>
              <a:t>: Cyborg</a:t>
            </a:r>
          </a:p>
          <a:p>
            <a:r>
              <a:rPr lang="en-US" sz="2200" dirty="0" err="1">
                <a:solidFill>
                  <a:schemeClr val="tx2"/>
                </a:solidFill>
              </a:rPr>
              <a:t>Sexo</a:t>
            </a:r>
            <a:r>
              <a:rPr lang="en-US" sz="2200" dirty="0">
                <a:solidFill>
                  <a:schemeClr val="tx2"/>
                </a:solidFill>
              </a:rPr>
              <a:t> del </a:t>
            </a:r>
            <a:r>
              <a:rPr lang="en-US" sz="2200" dirty="0" err="1">
                <a:solidFill>
                  <a:schemeClr val="tx2"/>
                </a:solidFill>
              </a:rPr>
              <a:t>personaje</a:t>
            </a:r>
            <a:r>
              <a:rPr lang="en-US" sz="2200" dirty="0">
                <a:solidFill>
                  <a:schemeClr val="tx2"/>
                </a:solidFill>
              </a:rPr>
              <a:t>: </a:t>
            </a:r>
            <a:r>
              <a:rPr lang="en-US" sz="2200" dirty="0" err="1">
                <a:solidFill>
                  <a:schemeClr val="tx2"/>
                </a:solidFill>
              </a:rPr>
              <a:t>Masculino</a:t>
            </a:r>
            <a:endParaRPr lang="en-US" sz="2200" dirty="0">
              <a:solidFill>
                <a:schemeClr val="tx2"/>
              </a:solidFill>
            </a:endParaRPr>
          </a:p>
          <a:p>
            <a:r>
              <a:rPr lang="en-US" sz="2200" dirty="0" err="1">
                <a:solidFill>
                  <a:schemeClr val="tx2"/>
                </a:solidFill>
              </a:rPr>
              <a:t>Estilo</a:t>
            </a:r>
            <a:r>
              <a:rPr lang="en-US" sz="2200" dirty="0">
                <a:solidFill>
                  <a:schemeClr val="tx2"/>
                </a:solidFill>
              </a:rPr>
              <a:t> del </a:t>
            </a:r>
            <a:r>
              <a:rPr lang="en-US" sz="2200" dirty="0" err="1">
                <a:solidFill>
                  <a:schemeClr val="tx2"/>
                </a:solidFill>
              </a:rPr>
              <a:t>personaje</a:t>
            </a:r>
            <a:r>
              <a:rPr lang="en-US" sz="2200" dirty="0">
                <a:solidFill>
                  <a:schemeClr val="tx2"/>
                </a:solidFill>
              </a:rPr>
              <a:t>: Chibi</a:t>
            </a:r>
          </a:p>
          <a:p>
            <a:r>
              <a:rPr lang="en-US" sz="2200" dirty="0" err="1">
                <a:solidFill>
                  <a:schemeClr val="tx2"/>
                </a:solidFill>
              </a:rPr>
              <a:t>Ambientación</a:t>
            </a:r>
            <a:r>
              <a:rPr lang="en-US" sz="2200" dirty="0">
                <a:solidFill>
                  <a:schemeClr val="tx2"/>
                </a:solidFill>
              </a:rPr>
              <a:t> del </a:t>
            </a:r>
            <a:r>
              <a:rPr lang="en-US" sz="2200" dirty="0" err="1">
                <a:solidFill>
                  <a:schemeClr val="tx2"/>
                </a:solidFill>
              </a:rPr>
              <a:t>personaje</a:t>
            </a:r>
            <a:r>
              <a:rPr lang="en-US" sz="2200" dirty="0">
                <a:solidFill>
                  <a:schemeClr val="tx2"/>
                </a:solidFill>
              </a:rPr>
              <a:t>: Oeste americano</a:t>
            </a:r>
          </a:p>
        </p:txBody>
      </p:sp>
    </p:spTree>
    <p:extLst>
      <p:ext uri="{BB962C8B-B14F-4D97-AF65-F5344CB8AC3E}">
        <p14:creationId xmlns:p14="http://schemas.microsoft.com/office/powerpoint/2010/main" val="2263466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1AF0EB-229A-0255-2E95-96C2B85B1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PRÁCTICA 1: BOCETO (SKETCHIING)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FD3F543-6FD7-BEF0-0709-F6CD1586EB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rcRect l="10182" r="11575"/>
          <a:stretch/>
        </p:blipFill>
        <p:spPr>
          <a:xfrm>
            <a:off x="841582" y="1926614"/>
            <a:ext cx="3054097" cy="4195763"/>
          </a:xfr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D6A5B657-4371-8BE0-A375-E69F16416ED8}"/>
              </a:ext>
            </a:extLst>
          </p:cNvPr>
          <p:cNvSpPr txBox="1"/>
          <p:nvPr/>
        </p:nvSpPr>
        <p:spPr>
          <a:xfrm>
            <a:off x="7285971" y="1918443"/>
            <a:ext cx="21026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solidFill>
                  <a:schemeClr val="bg1"/>
                </a:solidFill>
              </a:rPr>
              <a:t>REFERENCIAS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AC4A1755-FF73-32AB-278E-56F83EAEE620}"/>
                  </a:ext>
                </a:extLst>
              </p14:cNvPr>
              <p14:cNvContentPartPr/>
              <p14:nvPr/>
            </p14:nvContentPartPr>
            <p14:xfrm>
              <a:off x="-838512" y="3046896"/>
              <a:ext cx="42480" cy="139104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AC4A1755-FF73-32AB-278E-56F83EAEE62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-844632" y="3040776"/>
                <a:ext cx="54720" cy="1403280"/>
              </a:xfrm>
              <a:prstGeom prst="rect">
                <a:avLst/>
              </a:prstGeom>
            </p:spPr>
          </p:pic>
        </mc:Fallback>
      </mc:AlternateContent>
      <p:pic>
        <p:nvPicPr>
          <p:cNvPr id="21" name="Imagen 20">
            <a:extLst>
              <a:ext uri="{FF2B5EF4-FFF2-40B4-BE49-F238E27FC236}">
                <a16:creationId xmlns:a16="http://schemas.microsoft.com/office/drawing/2014/main" id="{3578CFFF-E27B-48E1-E3A0-2805380ECECD}"/>
              </a:ext>
            </a:extLst>
      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5072567" y="2576450"/>
            <a:ext cx="6277851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33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0"/>
            <a:ext cx="598902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48" y="0"/>
            <a:ext cx="5989019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94C9708-F6A4-4956-B261-A4A2C4DFE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A8555F-B6ED-4A98-A597-C2869E2B9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3700" y="2400209"/>
            <a:ext cx="4953000" cy="205758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</a:rPr>
              <a:t>PRÁCTICA 2: ENTINTADO (INKING)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028C655A-F6A9-1A2F-B1A2-F05F94B62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974" y="613741"/>
            <a:ext cx="4087555" cy="57168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55BBDDBB-4E52-8218-C726-F6FAFE8EC17F}"/>
                  </a:ext>
                </a:extLst>
              </p14:cNvPr>
              <p14:cNvContentPartPr/>
              <p14:nvPr/>
            </p14:nvContentPartPr>
            <p14:xfrm>
              <a:off x="-1021032" y="4510296"/>
              <a:ext cx="109080" cy="83592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55BBDDBB-4E52-8218-C726-F6FAFE8EC1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027152" y="4504176"/>
                <a:ext cx="121320" cy="84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2001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1AF0EB-229A-0255-2E95-96C2B85B1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dirty="0"/>
              <a:t>PRÁCTICA 3: PINTURA (DIGITAL PAINTING)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6A5B657-4371-8BE0-A375-E69F16416ED8}"/>
              </a:ext>
            </a:extLst>
          </p:cNvPr>
          <p:cNvSpPr txBox="1"/>
          <p:nvPr/>
        </p:nvSpPr>
        <p:spPr>
          <a:xfrm>
            <a:off x="7283843" y="1680392"/>
            <a:ext cx="2040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solidFill>
                  <a:schemeClr val="bg1"/>
                </a:solidFill>
              </a:rPr>
              <a:t>REFERENCIAS</a:t>
            </a:r>
          </a:p>
        </p:txBody>
      </p:sp>
      <p:pic>
        <p:nvPicPr>
          <p:cNvPr id="22" name="Marcador de contenido 21">
            <a:extLst>
              <a:ext uri="{FF2B5EF4-FFF2-40B4-BE49-F238E27FC236}">
                <a16:creationId xmlns:a16="http://schemas.microsoft.com/office/drawing/2014/main" id="{49DD7502-9964-6580-819B-A49653771B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11279"/>
            <a:ext cx="2902595" cy="4195762"/>
          </a:xfr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7AA2EEB4-0A04-EE03-35A0-A0620C8E3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240" y="2308120"/>
            <a:ext cx="3261084" cy="1761882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9802D06E-196E-FEC8-29C8-1D2CC9DF0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916" y="2308120"/>
            <a:ext cx="3303528" cy="1761882"/>
          </a:xfrm>
          <a:prstGeom prst="rect">
            <a:avLst/>
          </a:prstGeom>
        </p:spPr>
      </p:pic>
      <p:pic>
        <p:nvPicPr>
          <p:cNvPr id="1026" name="Picture 2" descr="Kanye west bear | Dibujos sencillos, Ilustraciones, Dibujos en cuadricula">
            <a:extLst>
              <a:ext uri="{FF2B5EF4-FFF2-40B4-BE49-F238E27FC236}">
                <a16:creationId xmlns:a16="http://schemas.microsoft.com/office/drawing/2014/main" id="{328917E1-844B-0704-71E8-843F70AEB2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30" t="15693" r="11675" b="11377"/>
          <a:stretch/>
        </p:blipFill>
        <p:spPr bwMode="auto">
          <a:xfrm>
            <a:off x="7075493" y="4266843"/>
            <a:ext cx="2457061" cy="2354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409FBD54-F5A5-BB2D-6821-74F65E1B5E1C}"/>
                  </a:ext>
                </a:extLst>
              </p14:cNvPr>
              <p14:cNvContentPartPr/>
              <p14:nvPr/>
            </p14:nvContentPartPr>
            <p14:xfrm>
              <a:off x="-466632" y="583416"/>
              <a:ext cx="360" cy="1188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409FBD54-F5A5-BB2D-6821-74F65E1B5E1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472752" y="577296"/>
                <a:ext cx="12600" cy="2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2776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ADB362-9771-4A3C-B9E5-6777F34C5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625C6C-F219-7910-AD02-E264D4227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084" y="402460"/>
            <a:ext cx="7771718" cy="19798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PRÁCTICA 4: MODEL SHEET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0EF321-8351-49AB-BA30-A90615C80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58716"/>
            <a:ext cx="12192000" cy="459491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729D3C-986A-4A27-A9FF-0A07A0959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6" y="2258716"/>
            <a:ext cx="12191999" cy="4608809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743A22B-A17C-137F-CBCF-AB56954E5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812460" y="2736968"/>
            <a:ext cx="8560965" cy="363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75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E51C8-C53F-1DE7-286B-07980AB00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PRÁCTICA 5: OBJETOS</a:t>
            </a:r>
          </a:p>
        </p:txBody>
      </p:sp>
      <p:pic>
        <p:nvPicPr>
          <p:cNvPr id="8" name="Marcador de contenido 7" descr="Dibujo de ingeniería&#10;&#10;Descripción generada automáticamente con confianza media">
            <a:extLst>
              <a:ext uri="{FF2B5EF4-FFF2-40B4-BE49-F238E27FC236}">
                <a16:creationId xmlns:a16="http://schemas.microsoft.com/office/drawing/2014/main" id="{AEF500DC-684D-99F5-70CD-E17DC249BB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79" r="21884"/>
          <a:stretch/>
        </p:blipFill>
        <p:spPr>
          <a:xfrm>
            <a:off x="405362" y="2281884"/>
            <a:ext cx="2344140" cy="3475096"/>
          </a:xfrm>
        </p:spPr>
      </p:pic>
      <p:pic>
        <p:nvPicPr>
          <p:cNvPr id="10" name="Marcador de contenido 9" descr="Flecha&#10;&#10;Descripción generada automáticamente">
            <a:extLst>
              <a:ext uri="{FF2B5EF4-FFF2-40B4-BE49-F238E27FC236}">
                <a16:creationId xmlns:a16="http://schemas.microsoft.com/office/drawing/2014/main" id="{5A7F4EEC-1CBA-FE66-9F3F-187DF813E54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64"/>
          <a:stretch/>
        </p:blipFill>
        <p:spPr>
          <a:xfrm>
            <a:off x="8586036" y="1690688"/>
            <a:ext cx="3200602" cy="2284788"/>
          </a:xfrm>
        </p:spPr>
      </p:pic>
      <p:pic>
        <p:nvPicPr>
          <p:cNvPr id="12" name="Imagen 11" descr="Imagen que contiene interior, tabla, pequeño, frente&#10;&#10;Descripción generada automáticamente">
            <a:extLst>
              <a:ext uri="{FF2B5EF4-FFF2-40B4-BE49-F238E27FC236}">
                <a16:creationId xmlns:a16="http://schemas.microsoft.com/office/drawing/2014/main" id="{00ED18DD-A8AB-2DB0-1440-FE6A9745F5F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16" r="9760" b="9104"/>
          <a:stretch/>
        </p:blipFill>
        <p:spPr>
          <a:xfrm>
            <a:off x="8586036" y="4314047"/>
            <a:ext cx="3200602" cy="2178828"/>
          </a:xfrm>
          <a:prstGeom prst="rect">
            <a:avLst/>
          </a:prstGeom>
        </p:spPr>
      </p:pic>
      <p:pic>
        <p:nvPicPr>
          <p:cNvPr id="14" name="Imagen 13" descr="Imagen que contiene interior, tabla, cuarto, parado&#10;&#10;Descripción generada automáticamente">
            <a:extLst>
              <a:ext uri="{FF2B5EF4-FFF2-40B4-BE49-F238E27FC236}">
                <a16:creationId xmlns:a16="http://schemas.microsoft.com/office/drawing/2014/main" id="{A4D9AF6D-F211-C956-F672-B0205680F57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69" r="20634"/>
          <a:stretch/>
        </p:blipFill>
        <p:spPr>
          <a:xfrm>
            <a:off x="3107025" y="2281884"/>
            <a:ext cx="2381961" cy="347509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E425BDD-A07F-D1B0-7D18-4FC2A266B67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791" r="10745"/>
          <a:stretch/>
        </p:blipFill>
        <p:spPr>
          <a:xfrm>
            <a:off x="5846509" y="2281884"/>
            <a:ext cx="2267713" cy="347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1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E51C8-C53F-1DE7-286B-07980AB00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PRÁCTICA 6: OBJETOS CON MALLAS</a:t>
            </a:r>
          </a:p>
        </p:txBody>
      </p:sp>
      <p:pic>
        <p:nvPicPr>
          <p:cNvPr id="3" name="Marcador de contenido 7" descr="Imagen que contiene interior, pequeño, parado, cuarto&#10;&#10;Descripción generada automáticamente">
            <a:extLst>
              <a:ext uri="{FF2B5EF4-FFF2-40B4-BE49-F238E27FC236}">
                <a16:creationId xmlns:a16="http://schemas.microsoft.com/office/drawing/2014/main" id="{826745EC-F840-4C85-B44F-9E1A67ECBD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4" r="14106"/>
          <a:stretch/>
        </p:blipFill>
        <p:spPr>
          <a:xfrm>
            <a:off x="398525" y="2363692"/>
            <a:ext cx="2306839" cy="3328703"/>
          </a:xfrm>
          <a:prstGeom prst="rect">
            <a:avLst/>
          </a:prstGeom>
        </p:spPr>
      </p:pic>
      <p:pic>
        <p:nvPicPr>
          <p:cNvPr id="9" name="Imagen 8" descr="Una silla de madera&#10;&#10;Descripción generada automáticamente con confianza media">
            <a:extLst>
              <a:ext uri="{FF2B5EF4-FFF2-40B4-BE49-F238E27FC236}">
                <a16:creationId xmlns:a16="http://schemas.microsoft.com/office/drawing/2014/main" id="{D3DA9D8E-52A7-3364-623C-B41932021A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9" t="2708" r="24861" b="2729"/>
          <a:stretch/>
        </p:blipFill>
        <p:spPr>
          <a:xfrm>
            <a:off x="3104221" y="2404202"/>
            <a:ext cx="2306839" cy="3328703"/>
          </a:xfrm>
          <a:prstGeom prst="rect">
            <a:avLst/>
          </a:prstGeom>
        </p:spPr>
      </p:pic>
      <p:pic>
        <p:nvPicPr>
          <p:cNvPr id="13" name="Imagen 12" descr="Imagen que contiene interior, tabla, agua, frente&#10;&#10;Descripción generada automáticamente">
            <a:extLst>
              <a:ext uri="{FF2B5EF4-FFF2-40B4-BE49-F238E27FC236}">
                <a16:creationId xmlns:a16="http://schemas.microsoft.com/office/drawing/2014/main" id="{99F3F41C-6F25-773B-3B75-ABE8136EF38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8" r="6572" b="10870"/>
          <a:stretch/>
        </p:blipFill>
        <p:spPr>
          <a:xfrm>
            <a:off x="8499609" y="4414639"/>
            <a:ext cx="3202175" cy="2078236"/>
          </a:xfrm>
          <a:prstGeom prst="rect">
            <a:avLst/>
          </a:prstGeom>
        </p:spPr>
      </p:pic>
      <p:pic>
        <p:nvPicPr>
          <p:cNvPr id="15" name="Marcador de contenido 9" descr="Imagen que contiene objeto, tabla, agua, pequeño&#10;&#10;Descripción generada automáticamente">
            <a:extLst>
              <a:ext uri="{FF2B5EF4-FFF2-40B4-BE49-F238E27FC236}">
                <a16:creationId xmlns:a16="http://schemas.microsoft.com/office/drawing/2014/main" id="{E4BDA0F3-A948-11C0-37FA-B722A3F7760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3" b="15321"/>
          <a:stretch/>
        </p:blipFill>
        <p:spPr>
          <a:xfrm>
            <a:off x="8501183" y="1690304"/>
            <a:ext cx="3200601" cy="228478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69E8F0B-700D-3224-4A3F-4659E4236B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3913" y="2404202"/>
            <a:ext cx="2355527" cy="332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846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4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5" name="Picture 26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46" name="Rectangle 28">
            <a:extLst>
              <a:ext uri="{FF2B5EF4-FFF2-40B4-BE49-F238E27FC236}">
                <a16:creationId xmlns:a16="http://schemas.microsoft.com/office/drawing/2014/main" id="{729F2144-48B7-4730-955E-365ECED3A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7" name="Rectangle 30">
            <a:extLst>
              <a:ext uri="{FF2B5EF4-FFF2-40B4-BE49-F238E27FC236}">
                <a16:creationId xmlns:a16="http://schemas.microsoft.com/office/drawing/2014/main" id="{E765FF50-D2F9-4A4F-86ED-F101E172B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8" name="Picture 32">
            <a:extLst>
              <a:ext uri="{FF2B5EF4-FFF2-40B4-BE49-F238E27FC236}">
                <a16:creationId xmlns:a16="http://schemas.microsoft.com/office/drawing/2014/main" id="{FFECA84E-1776-4B03-9261-CF74A291D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 rot="16200000">
            <a:off x="37415" y="-40462"/>
            <a:ext cx="1332160" cy="141308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6625C6C-F219-7910-AD02-E264D4227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8716" y="167717"/>
            <a:ext cx="8351520" cy="11644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PRÁCTICA 7: HABITACIÓN</a:t>
            </a:r>
          </a:p>
        </p:txBody>
      </p:sp>
      <p:pic>
        <p:nvPicPr>
          <p:cNvPr id="13" name="Imagen 12" descr="Diagrama&#10;&#10;Descripción generada automáticamente">
            <a:extLst>
              <a:ext uri="{FF2B5EF4-FFF2-40B4-BE49-F238E27FC236}">
                <a16:creationId xmlns:a16="http://schemas.microsoft.com/office/drawing/2014/main" id="{521F3095-C1BB-0E50-EE28-1D44B2A3CBD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563" b="-5"/>
          <a:stretch/>
        </p:blipFill>
        <p:spPr>
          <a:xfrm>
            <a:off x="5404680" y="4152047"/>
            <a:ext cx="5103247" cy="236819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C37949A-D6AC-36F5-F23C-DA3BFF7826B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" b="1790"/>
          <a:stretch/>
        </p:blipFill>
        <p:spPr>
          <a:xfrm>
            <a:off x="1100063" y="1568747"/>
            <a:ext cx="4994413" cy="231768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9B5FE1F-5FC5-E5B0-C4FD-9C10ED39A4E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420" t="6018" r="7998" b="8444"/>
          <a:stretch/>
        </p:blipFill>
        <p:spPr>
          <a:xfrm>
            <a:off x="7168303" y="1392402"/>
            <a:ext cx="4540278" cy="2490918"/>
          </a:xfrm>
          <a:prstGeom prst="rect">
            <a:avLst/>
          </a:prstGeom>
        </p:spPr>
      </p:pic>
      <p:pic>
        <p:nvPicPr>
          <p:cNvPr id="49" name="Picture 34">
            <a:extLst>
              <a:ext uri="{FF2B5EF4-FFF2-40B4-BE49-F238E27FC236}">
                <a16:creationId xmlns:a16="http://schemas.microsoft.com/office/drawing/2014/main" id="{2BFFF490-82EC-4000-BB36-A67FD39E3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>
            <a:off x="11008856" y="4322031"/>
            <a:ext cx="1183144" cy="219820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C9094ED-1949-733F-9E62-D968EE4488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4073" y="4042915"/>
            <a:ext cx="2750814" cy="249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753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E51C8-C53F-1DE7-286B-07980AB00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130" y="365125"/>
            <a:ext cx="10893740" cy="1325563"/>
          </a:xfrm>
        </p:spPr>
        <p:txBody>
          <a:bodyPr>
            <a:normAutofit/>
          </a:bodyPr>
          <a:lstStyle/>
          <a:p>
            <a:r>
              <a:rPr lang="es-ES" dirty="0"/>
              <a:t>PRÁCTICA 8: PERSONAJE MODELADO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5741B76-F0CB-AC5C-462B-0F73E402B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30" y="2074543"/>
            <a:ext cx="3926313" cy="418483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C7620C3-29F6-FA34-9D60-FCFA67CD7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357" y="2074542"/>
            <a:ext cx="2677148" cy="418483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2FDDE46-1507-3196-2A02-D710B5B52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420" y="2074543"/>
            <a:ext cx="3276450" cy="418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713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729F2144-48B7-4730-955E-365ECED3A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765FF50-D2F9-4A4F-86ED-F101E172B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FECA84E-1776-4B03-9261-CF74A291D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 rot="16200000">
            <a:off x="59366" y="-80735"/>
            <a:ext cx="1447800" cy="15357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39E51C8-C53F-1DE7-286B-07980AB00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-183067"/>
            <a:ext cx="9601200" cy="17404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PRÁCTICA 9: MATERIALES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07D157-EF71-2286-E1FC-B9402D421B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70" r="11564" b="4938"/>
          <a:stretch/>
        </p:blipFill>
        <p:spPr>
          <a:xfrm>
            <a:off x="6701460" y="2119542"/>
            <a:ext cx="4588937" cy="282568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61271F6-F6C9-9F30-7605-D3BE4C540A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358" y="1693654"/>
            <a:ext cx="4283678" cy="230247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BFFF490-82EC-4000-BB36-A67FD39E3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097"/>
          <a:stretch/>
        </p:blipFill>
        <p:spPr>
          <a:xfrm>
            <a:off x="11406378" y="1600200"/>
            <a:ext cx="785622" cy="254834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5410B3D-DA81-B9D8-81D6-D212A1D0265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512" t="10778" r="8301" b="6428"/>
          <a:stretch/>
        </p:blipFill>
        <p:spPr>
          <a:xfrm>
            <a:off x="1812510" y="4210534"/>
            <a:ext cx="4588937" cy="238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267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E51C8-C53F-1DE7-286B-07980AB00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PRÁCTICA 10: TEXTURAS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FDA97B6-D4CF-28D0-C18C-A11C36B124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3" r="8213"/>
          <a:stretch/>
        </p:blipFill>
        <p:spPr>
          <a:xfrm>
            <a:off x="986085" y="4187114"/>
            <a:ext cx="5109915" cy="250023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52A21E3-FA14-45EA-8FFA-C945913ED3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50986" y="1453792"/>
            <a:ext cx="4370608" cy="251097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4045C55-FDDA-78F2-7046-99A3CAC284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17307" y="1446863"/>
            <a:ext cx="4346548" cy="252483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0E3BB32-D055-38D1-CA7E-428598FED4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57309" y="4181747"/>
            <a:ext cx="4244751" cy="248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108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ADB362-9771-4A3C-B9E5-6777F34C5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625C6C-F219-7910-AD02-E264D4227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91" y="278832"/>
            <a:ext cx="11868903" cy="19798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PRÁCTICA 11: TEXTURAS DEL PERSONAJE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0EF321-8351-49AB-BA30-A90615C80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58716"/>
            <a:ext cx="12192000" cy="459491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729D3C-986A-4A27-A9FF-0A07A0959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6" y="2258716"/>
            <a:ext cx="12191999" cy="4608809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BCC998D-9F66-A941-EEE5-853A2FC149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6013" y="2465240"/>
            <a:ext cx="3755621" cy="418501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C230925-38EF-2535-0ED3-8D18438FF2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1787" y="2475985"/>
            <a:ext cx="2490478" cy="417427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A9FABDE-F0F2-FF52-D2A4-EF552B35A0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2610" y="2465240"/>
            <a:ext cx="3057575" cy="418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786703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AnalogousFromLightSeed_2SEEDS">
      <a:dk1>
        <a:srgbClr val="000000"/>
      </a:dk1>
      <a:lt1>
        <a:srgbClr val="FFFFFF"/>
      </a:lt1>
      <a:dk2>
        <a:srgbClr val="392441"/>
      </a:dk2>
      <a:lt2>
        <a:srgbClr val="E4E8E2"/>
      </a:lt2>
      <a:accent1>
        <a:srgbClr val="BF4EEB"/>
      </a:accent1>
      <a:accent2>
        <a:srgbClr val="956EEE"/>
      </a:accent2>
      <a:accent3>
        <a:srgbClr val="EE6EDD"/>
      </a:accent3>
      <a:accent4>
        <a:srgbClr val="4FB934"/>
      </a:accent4>
      <a:accent5>
        <a:srgbClr val="2FBC4D"/>
      </a:accent5>
      <a:accent6>
        <a:srgbClr val="34B887"/>
      </a:accent6>
      <a:hlink>
        <a:srgbClr val="668E56"/>
      </a:hlink>
      <a:folHlink>
        <a:srgbClr val="7F7F7F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1163</TotalTime>
  <Words>90</Words>
  <Application>Microsoft Office PowerPoint</Application>
  <PresentationFormat>Panorámica</PresentationFormat>
  <Paragraphs>20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Avenir Next LT Pro</vt:lpstr>
      <vt:lpstr>AvenirNext LT Pro Medium</vt:lpstr>
      <vt:lpstr>BlockprintVTI</vt:lpstr>
      <vt:lpstr>DESIGN BOOK</vt:lpstr>
      <vt:lpstr>MI PERSONAJE</vt:lpstr>
      <vt:lpstr>PRÁCTICA 1: BOCETO (SKETCHIING)</vt:lpstr>
      <vt:lpstr>PRÁCTICA 2: ENTINTADO (INKING)</vt:lpstr>
      <vt:lpstr>PRÁCTICA 3: PINTURA (DIGITAL PAINTING)</vt:lpstr>
      <vt:lpstr>PRÁCTICA 4: MODEL SHEET</vt:lpstr>
      <vt:lpstr>PRÁCTICA 5: OBJETOS</vt:lpstr>
      <vt:lpstr>PRÁCTICA 6: OBJETOS CON MALLAS</vt:lpstr>
      <vt:lpstr>PRÁCTICA 7: HABITACIÓN</vt:lpstr>
      <vt:lpstr>PRÁCTICA 8: PERSONAJE MODELADO</vt:lpstr>
      <vt:lpstr>PRÁCTICA 9: MATERIALES</vt:lpstr>
      <vt:lpstr>PRÁCTICA 10: TEXTURAS</vt:lpstr>
      <vt:lpstr>PRÁCTICA 11: TEXTURAS DEL PERSONAJE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BOOK</dc:title>
  <dc:creator>Enrique Such Andreu</dc:creator>
  <cp:lastModifiedBy>Enrique Such Andreu</cp:lastModifiedBy>
  <cp:revision>1</cp:revision>
  <dcterms:created xsi:type="dcterms:W3CDTF">2024-02-26T18:31:10Z</dcterms:created>
  <dcterms:modified xsi:type="dcterms:W3CDTF">2024-06-05T23:20:16Z</dcterms:modified>
</cp:coreProperties>
</file>